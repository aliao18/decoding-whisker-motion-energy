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Lst>
  <p:sldSz cy="39600000" cx="6300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3231">
          <p15:clr>
            <a:srgbClr val="747775"/>
          </p15:clr>
        </p15:guide>
        <p15:guide id="2" pos="26456">
          <p15:clr>
            <a:srgbClr val="747775"/>
          </p15:clr>
        </p15:guide>
        <p15:guide id="3" pos="6709">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231"/>
        <p:guide pos="26456"/>
        <p:guide pos="6709"/>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701592" y="685800"/>
            <a:ext cx="5455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701592" y="685800"/>
            <a:ext cx="54555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147597" y="5732511"/>
            <a:ext cx="58704900" cy="15802800"/>
          </a:xfrm>
          <a:prstGeom prst="rect">
            <a:avLst/>
          </a:prstGeom>
        </p:spPr>
        <p:txBody>
          <a:bodyPr anchorCtr="0" anchor="b" bIns="599900" lIns="599900" spcFirstLastPara="1" rIns="599900" wrap="square" tIns="599900">
            <a:normAutofit/>
          </a:bodyPr>
          <a:lstStyle>
            <a:lvl1pPr lvl="0" algn="ctr">
              <a:spcBef>
                <a:spcPts val="0"/>
              </a:spcBef>
              <a:spcAft>
                <a:spcPts val="0"/>
              </a:spcAft>
              <a:buSzPts val="34121"/>
              <a:buNone/>
              <a:defRPr sz="34120"/>
            </a:lvl1pPr>
            <a:lvl2pPr lvl="1" algn="ctr">
              <a:spcBef>
                <a:spcPts val="0"/>
              </a:spcBef>
              <a:spcAft>
                <a:spcPts val="0"/>
              </a:spcAft>
              <a:buSzPts val="34121"/>
              <a:buNone/>
              <a:defRPr sz="34120"/>
            </a:lvl2pPr>
            <a:lvl3pPr lvl="2" algn="ctr">
              <a:spcBef>
                <a:spcPts val="0"/>
              </a:spcBef>
              <a:spcAft>
                <a:spcPts val="0"/>
              </a:spcAft>
              <a:buSzPts val="34121"/>
              <a:buNone/>
              <a:defRPr sz="34120"/>
            </a:lvl3pPr>
            <a:lvl4pPr lvl="3" algn="ctr">
              <a:spcBef>
                <a:spcPts val="0"/>
              </a:spcBef>
              <a:spcAft>
                <a:spcPts val="0"/>
              </a:spcAft>
              <a:buSzPts val="34121"/>
              <a:buNone/>
              <a:defRPr sz="34120"/>
            </a:lvl4pPr>
            <a:lvl5pPr lvl="4" algn="ctr">
              <a:spcBef>
                <a:spcPts val="0"/>
              </a:spcBef>
              <a:spcAft>
                <a:spcPts val="0"/>
              </a:spcAft>
              <a:buSzPts val="34121"/>
              <a:buNone/>
              <a:defRPr sz="34120"/>
            </a:lvl5pPr>
            <a:lvl6pPr lvl="5" algn="ctr">
              <a:spcBef>
                <a:spcPts val="0"/>
              </a:spcBef>
              <a:spcAft>
                <a:spcPts val="0"/>
              </a:spcAft>
              <a:buSzPts val="34121"/>
              <a:buNone/>
              <a:defRPr sz="34120"/>
            </a:lvl6pPr>
            <a:lvl7pPr lvl="6" algn="ctr">
              <a:spcBef>
                <a:spcPts val="0"/>
              </a:spcBef>
              <a:spcAft>
                <a:spcPts val="0"/>
              </a:spcAft>
              <a:buSzPts val="34121"/>
              <a:buNone/>
              <a:defRPr sz="34120"/>
            </a:lvl7pPr>
            <a:lvl8pPr lvl="7" algn="ctr">
              <a:spcBef>
                <a:spcPts val="0"/>
              </a:spcBef>
              <a:spcAft>
                <a:spcPts val="0"/>
              </a:spcAft>
              <a:buSzPts val="34121"/>
              <a:buNone/>
              <a:defRPr sz="34120"/>
            </a:lvl8pPr>
            <a:lvl9pPr lvl="8" algn="ctr">
              <a:spcBef>
                <a:spcPts val="0"/>
              </a:spcBef>
              <a:spcAft>
                <a:spcPts val="0"/>
              </a:spcAft>
              <a:buSzPts val="34121"/>
              <a:buNone/>
              <a:defRPr sz="34120"/>
            </a:lvl9pPr>
          </a:lstStyle>
          <a:p/>
        </p:txBody>
      </p:sp>
      <p:sp>
        <p:nvSpPr>
          <p:cNvPr id="11" name="Google Shape;11;p2"/>
          <p:cNvSpPr txBox="1"/>
          <p:nvPr>
            <p:ph idx="1" type="subTitle"/>
          </p:nvPr>
        </p:nvSpPr>
        <p:spPr>
          <a:xfrm>
            <a:off x="2147539" y="21820035"/>
            <a:ext cx="58704900" cy="6103200"/>
          </a:xfrm>
          <a:prstGeom prst="rect">
            <a:avLst/>
          </a:prstGeom>
        </p:spPr>
        <p:txBody>
          <a:bodyPr anchorCtr="0" anchor="t" bIns="599900" lIns="599900" spcFirstLastPara="1" rIns="599900" wrap="square" tIns="599900">
            <a:normAutofit/>
          </a:bodyPr>
          <a:lstStyle>
            <a:lvl1pPr lvl="0" algn="ctr">
              <a:lnSpc>
                <a:spcPct val="100000"/>
              </a:lnSpc>
              <a:spcBef>
                <a:spcPts val="0"/>
              </a:spcBef>
              <a:spcAft>
                <a:spcPts val="0"/>
              </a:spcAft>
              <a:buSzPts val="18373"/>
              <a:buNone/>
              <a:defRPr sz="18372"/>
            </a:lvl1pPr>
            <a:lvl2pPr lvl="1" algn="ctr">
              <a:lnSpc>
                <a:spcPct val="100000"/>
              </a:lnSpc>
              <a:spcBef>
                <a:spcPts val="0"/>
              </a:spcBef>
              <a:spcAft>
                <a:spcPts val="0"/>
              </a:spcAft>
              <a:buSzPts val="18373"/>
              <a:buNone/>
              <a:defRPr sz="18372"/>
            </a:lvl2pPr>
            <a:lvl3pPr lvl="2" algn="ctr">
              <a:lnSpc>
                <a:spcPct val="100000"/>
              </a:lnSpc>
              <a:spcBef>
                <a:spcPts val="0"/>
              </a:spcBef>
              <a:spcAft>
                <a:spcPts val="0"/>
              </a:spcAft>
              <a:buSzPts val="18373"/>
              <a:buNone/>
              <a:defRPr sz="18372"/>
            </a:lvl3pPr>
            <a:lvl4pPr lvl="3" algn="ctr">
              <a:lnSpc>
                <a:spcPct val="100000"/>
              </a:lnSpc>
              <a:spcBef>
                <a:spcPts val="0"/>
              </a:spcBef>
              <a:spcAft>
                <a:spcPts val="0"/>
              </a:spcAft>
              <a:buSzPts val="18373"/>
              <a:buNone/>
              <a:defRPr sz="18372"/>
            </a:lvl4pPr>
            <a:lvl5pPr lvl="4" algn="ctr">
              <a:lnSpc>
                <a:spcPct val="100000"/>
              </a:lnSpc>
              <a:spcBef>
                <a:spcPts val="0"/>
              </a:spcBef>
              <a:spcAft>
                <a:spcPts val="0"/>
              </a:spcAft>
              <a:buSzPts val="18373"/>
              <a:buNone/>
              <a:defRPr sz="18372"/>
            </a:lvl5pPr>
            <a:lvl6pPr lvl="5" algn="ctr">
              <a:lnSpc>
                <a:spcPct val="100000"/>
              </a:lnSpc>
              <a:spcBef>
                <a:spcPts val="0"/>
              </a:spcBef>
              <a:spcAft>
                <a:spcPts val="0"/>
              </a:spcAft>
              <a:buSzPts val="18373"/>
              <a:buNone/>
              <a:defRPr sz="18372"/>
            </a:lvl6pPr>
            <a:lvl7pPr lvl="6" algn="ctr">
              <a:lnSpc>
                <a:spcPct val="100000"/>
              </a:lnSpc>
              <a:spcBef>
                <a:spcPts val="0"/>
              </a:spcBef>
              <a:spcAft>
                <a:spcPts val="0"/>
              </a:spcAft>
              <a:buSzPts val="18373"/>
              <a:buNone/>
              <a:defRPr sz="18372"/>
            </a:lvl7pPr>
            <a:lvl8pPr lvl="7" algn="ctr">
              <a:lnSpc>
                <a:spcPct val="100000"/>
              </a:lnSpc>
              <a:spcBef>
                <a:spcPts val="0"/>
              </a:spcBef>
              <a:spcAft>
                <a:spcPts val="0"/>
              </a:spcAft>
              <a:buSzPts val="18373"/>
              <a:buNone/>
              <a:defRPr sz="18372"/>
            </a:lvl8pPr>
            <a:lvl9pPr lvl="8" algn="ctr">
              <a:lnSpc>
                <a:spcPct val="100000"/>
              </a:lnSpc>
              <a:spcBef>
                <a:spcPts val="0"/>
              </a:spcBef>
              <a:spcAft>
                <a:spcPts val="0"/>
              </a:spcAft>
              <a:buSzPts val="18373"/>
              <a:buNone/>
              <a:defRPr sz="18372"/>
            </a:lvl9pPr>
          </a:lstStyle>
          <a:p/>
        </p:txBody>
      </p:sp>
      <p:sp>
        <p:nvSpPr>
          <p:cNvPr id="12" name="Google Shape;12;p2"/>
          <p:cNvSpPr txBox="1"/>
          <p:nvPr>
            <p:ph idx="12" type="sldNum"/>
          </p:nvPr>
        </p:nvSpPr>
        <p:spPr>
          <a:xfrm>
            <a:off x="58373233" y="35902282"/>
            <a:ext cx="3780600" cy="3030600"/>
          </a:xfrm>
          <a:prstGeom prst="rect">
            <a:avLst/>
          </a:prstGeom>
        </p:spPr>
        <p:txBody>
          <a:bodyPr anchorCtr="0" anchor="ctr" bIns="599900" lIns="599900" spcFirstLastPara="1" rIns="599900" wrap="square" tIns="599900">
            <a:normAutofit/>
          </a:bodyPr>
          <a:lstStyle>
            <a:lvl1pPr lvl="0">
              <a:buNone/>
              <a:defRPr sz="6561"/>
            </a:lvl1pPr>
            <a:lvl2pPr lvl="1">
              <a:buNone/>
              <a:defRPr sz="6561"/>
            </a:lvl2pPr>
            <a:lvl3pPr lvl="2">
              <a:buNone/>
              <a:defRPr sz="6561"/>
            </a:lvl3pPr>
            <a:lvl4pPr lvl="3">
              <a:buNone/>
              <a:defRPr sz="6561"/>
            </a:lvl4pPr>
            <a:lvl5pPr lvl="4">
              <a:buNone/>
              <a:defRPr sz="6561"/>
            </a:lvl5pPr>
            <a:lvl6pPr lvl="5">
              <a:buNone/>
              <a:defRPr sz="6561"/>
            </a:lvl6pPr>
            <a:lvl7pPr lvl="6">
              <a:buNone/>
              <a:defRPr sz="6561"/>
            </a:lvl7pPr>
            <a:lvl8pPr lvl="7">
              <a:buNone/>
              <a:defRPr sz="6561"/>
            </a:lvl8pPr>
            <a:lvl9pPr lvl="8">
              <a:buNone/>
              <a:defRPr sz="6561"/>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147539" y="16559475"/>
            <a:ext cx="58704900" cy="6481500"/>
          </a:xfrm>
          <a:prstGeom prst="rect">
            <a:avLst/>
          </a:prstGeom>
        </p:spPr>
        <p:txBody>
          <a:bodyPr anchorCtr="0" anchor="ctr" bIns="599900" lIns="599900" spcFirstLastPara="1" rIns="599900" wrap="square" tIns="599900">
            <a:normAutofit/>
          </a:bodyPr>
          <a:lstStyle>
            <a:lvl1pPr lvl="0" algn="ctr">
              <a:spcBef>
                <a:spcPts val="0"/>
              </a:spcBef>
              <a:spcAft>
                <a:spcPts val="0"/>
              </a:spcAft>
              <a:buSzPts val="23622"/>
              <a:buNone/>
              <a:defRPr sz="23622"/>
            </a:lvl1pPr>
            <a:lvl2pPr lvl="1" algn="ctr">
              <a:spcBef>
                <a:spcPts val="0"/>
              </a:spcBef>
              <a:spcAft>
                <a:spcPts val="0"/>
              </a:spcAft>
              <a:buSzPts val="23622"/>
              <a:buNone/>
              <a:defRPr sz="23622"/>
            </a:lvl2pPr>
            <a:lvl3pPr lvl="2" algn="ctr">
              <a:spcBef>
                <a:spcPts val="0"/>
              </a:spcBef>
              <a:spcAft>
                <a:spcPts val="0"/>
              </a:spcAft>
              <a:buSzPts val="23622"/>
              <a:buNone/>
              <a:defRPr sz="23622"/>
            </a:lvl3pPr>
            <a:lvl4pPr lvl="3" algn="ctr">
              <a:spcBef>
                <a:spcPts val="0"/>
              </a:spcBef>
              <a:spcAft>
                <a:spcPts val="0"/>
              </a:spcAft>
              <a:buSzPts val="23622"/>
              <a:buNone/>
              <a:defRPr sz="23622"/>
            </a:lvl4pPr>
            <a:lvl5pPr lvl="4" algn="ctr">
              <a:spcBef>
                <a:spcPts val="0"/>
              </a:spcBef>
              <a:spcAft>
                <a:spcPts val="0"/>
              </a:spcAft>
              <a:buSzPts val="23622"/>
              <a:buNone/>
              <a:defRPr sz="23622"/>
            </a:lvl5pPr>
            <a:lvl6pPr lvl="5" algn="ctr">
              <a:spcBef>
                <a:spcPts val="0"/>
              </a:spcBef>
              <a:spcAft>
                <a:spcPts val="0"/>
              </a:spcAft>
              <a:buSzPts val="23622"/>
              <a:buNone/>
              <a:defRPr sz="23622"/>
            </a:lvl6pPr>
            <a:lvl7pPr lvl="6" algn="ctr">
              <a:spcBef>
                <a:spcPts val="0"/>
              </a:spcBef>
              <a:spcAft>
                <a:spcPts val="0"/>
              </a:spcAft>
              <a:buSzPts val="23622"/>
              <a:buNone/>
              <a:defRPr sz="23622"/>
            </a:lvl7pPr>
            <a:lvl8pPr lvl="7" algn="ctr">
              <a:spcBef>
                <a:spcPts val="0"/>
              </a:spcBef>
              <a:spcAft>
                <a:spcPts val="0"/>
              </a:spcAft>
              <a:buSzPts val="23622"/>
              <a:buNone/>
              <a:defRPr sz="23622"/>
            </a:lvl8pPr>
            <a:lvl9pPr lvl="8" algn="ctr">
              <a:spcBef>
                <a:spcPts val="0"/>
              </a:spcBef>
              <a:spcAft>
                <a:spcPts val="0"/>
              </a:spcAft>
              <a:buSzPts val="23622"/>
              <a:buNone/>
              <a:defRPr sz="23622"/>
            </a:lvl9pPr>
          </a:lstStyle>
          <a:p/>
        </p:txBody>
      </p:sp>
      <p:sp>
        <p:nvSpPr>
          <p:cNvPr id="15" name="Google Shape;15;p3"/>
          <p:cNvSpPr txBox="1"/>
          <p:nvPr>
            <p:ph idx="12" type="sldNum"/>
          </p:nvPr>
        </p:nvSpPr>
        <p:spPr>
          <a:xfrm>
            <a:off x="58373233" y="35902282"/>
            <a:ext cx="3780600" cy="3030600"/>
          </a:xfrm>
          <a:prstGeom prst="rect">
            <a:avLst/>
          </a:prstGeom>
        </p:spPr>
        <p:txBody>
          <a:bodyPr anchorCtr="0" anchor="ctr" bIns="599900" lIns="599900" spcFirstLastPara="1" rIns="599900" wrap="square" tIns="599900">
            <a:normAutofit/>
          </a:bodyPr>
          <a:lstStyle>
            <a:lvl1pPr lvl="0">
              <a:buNone/>
              <a:defRPr sz="6561"/>
            </a:lvl1pPr>
            <a:lvl2pPr lvl="1">
              <a:buNone/>
              <a:defRPr sz="6561"/>
            </a:lvl2pPr>
            <a:lvl3pPr lvl="2">
              <a:buNone/>
              <a:defRPr sz="6561"/>
            </a:lvl3pPr>
            <a:lvl4pPr lvl="3">
              <a:buNone/>
              <a:defRPr sz="6561"/>
            </a:lvl4pPr>
            <a:lvl5pPr lvl="4">
              <a:buNone/>
              <a:defRPr sz="6561"/>
            </a:lvl5pPr>
            <a:lvl6pPr lvl="5">
              <a:buNone/>
              <a:defRPr sz="6561"/>
            </a:lvl6pPr>
            <a:lvl7pPr lvl="6">
              <a:buNone/>
              <a:defRPr sz="6561"/>
            </a:lvl7pPr>
            <a:lvl8pPr lvl="7">
              <a:buNone/>
              <a:defRPr sz="6561"/>
            </a:lvl8pPr>
            <a:lvl9pPr lvl="8">
              <a:buNone/>
              <a:defRPr sz="6561"/>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147539" y="3426264"/>
            <a:ext cx="58704900" cy="4409100"/>
          </a:xfrm>
          <a:prstGeom prst="rect">
            <a:avLst/>
          </a:prstGeom>
        </p:spPr>
        <p:txBody>
          <a:bodyPr anchorCtr="0" anchor="t" bIns="599900" lIns="599900" spcFirstLastPara="1" rIns="599900" wrap="square" tIns="599900">
            <a:normAutofit/>
          </a:bodyPr>
          <a:lstStyle>
            <a:lvl1pPr lvl="0">
              <a:spcBef>
                <a:spcPts val="0"/>
              </a:spcBef>
              <a:spcAft>
                <a:spcPts val="0"/>
              </a:spcAft>
              <a:buSzPts val="18373"/>
              <a:buNone/>
              <a:defRPr sz="18372"/>
            </a:lvl1pPr>
            <a:lvl2pPr lvl="1">
              <a:spcBef>
                <a:spcPts val="0"/>
              </a:spcBef>
              <a:spcAft>
                <a:spcPts val="0"/>
              </a:spcAft>
              <a:buSzPts val="18373"/>
              <a:buNone/>
              <a:defRPr sz="18372"/>
            </a:lvl2pPr>
            <a:lvl3pPr lvl="2">
              <a:spcBef>
                <a:spcPts val="0"/>
              </a:spcBef>
              <a:spcAft>
                <a:spcPts val="0"/>
              </a:spcAft>
              <a:buSzPts val="18373"/>
              <a:buNone/>
              <a:defRPr sz="18372"/>
            </a:lvl3pPr>
            <a:lvl4pPr lvl="3">
              <a:spcBef>
                <a:spcPts val="0"/>
              </a:spcBef>
              <a:spcAft>
                <a:spcPts val="0"/>
              </a:spcAft>
              <a:buSzPts val="18373"/>
              <a:buNone/>
              <a:defRPr sz="18372"/>
            </a:lvl4pPr>
            <a:lvl5pPr lvl="4">
              <a:spcBef>
                <a:spcPts val="0"/>
              </a:spcBef>
              <a:spcAft>
                <a:spcPts val="0"/>
              </a:spcAft>
              <a:buSzPts val="18373"/>
              <a:buNone/>
              <a:defRPr sz="18372"/>
            </a:lvl5pPr>
            <a:lvl6pPr lvl="5">
              <a:spcBef>
                <a:spcPts val="0"/>
              </a:spcBef>
              <a:spcAft>
                <a:spcPts val="0"/>
              </a:spcAft>
              <a:buSzPts val="18373"/>
              <a:buNone/>
              <a:defRPr sz="18372"/>
            </a:lvl6pPr>
            <a:lvl7pPr lvl="6">
              <a:spcBef>
                <a:spcPts val="0"/>
              </a:spcBef>
              <a:spcAft>
                <a:spcPts val="0"/>
              </a:spcAft>
              <a:buSzPts val="18373"/>
              <a:buNone/>
              <a:defRPr sz="18372"/>
            </a:lvl7pPr>
            <a:lvl8pPr lvl="7">
              <a:spcBef>
                <a:spcPts val="0"/>
              </a:spcBef>
              <a:spcAft>
                <a:spcPts val="0"/>
              </a:spcAft>
              <a:buSzPts val="18373"/>
              <a:buNone/>
              <a:defRPr sz="18372"/>
            </a:lvl8pPr>
            <a:lvl9pPr lvl="8">
              <a:spcBef>
                <a:spcPts val="0"/>
              </a:spcBef>
              <a:spcAft>
                <a:spcPts val="0"/>
              </a:spcAft>
              <a:buSzPts val="18373"/>
              <a:buNone/>
              <a:defRPr sz="18372"/>
            </a:lvl9pPr>
          </a:lstStyle>
          <a:p/>
        </p:txBody>
      </p:sp>
      <p:sp>
        <p:nvSpPr>
          <p:cNvPr id="18" name="Google Shape;18;p4"/>
          <p:cNvSpPr txBox="1"/>
          <p:nvPr>
            <p:ph idx="1" type="body"/>
          </p:nvPr>
        </p:nvSpPr>
        <p:spPr>
          <a:xfrm>
            <a:off x="2147539" y="8872948"/>
            <a:ext cx="58704900" cy="26302200"/>
          </a:xfrm>
          <a:prstGeom prst="rect">
            <a:avLst/>
          </a:prstGeom>
        </p:spPr>
        <p:txBody>
          <a:bodyPr anchorCtr="0" anchor="t" bIns="599900" lIns="599900" spcFirstLastPara="1" rIns="599900" wrap="square" tIns="599900">
            <a:normAutofit/>
          </a:bodyPr>
          <a:lstStyle>
            <a:lvl1pPr indent="-978599" lvl="0" marL="457200">
              <a:spcBef>
                <a:spcPts val="0"/>
              </a:spcBef>
              <a:spcAft>
                <a:spcPts val="0"/>
              </a:spcAft>
              <a:buSzPts val="11811"/>
              <a:buChar char="●"/>
              <a:defRPr sz="11811"/>
            </a:lvl1pPr>
            <a:lvl2pPr indent="-811933" lvl="1" marL="914400">
              <a:spcBef>
                <a:spcPts val="0"/>
              </a:spcBef>
              <a:spcAft>
                <a:spcPts val="0"/>
              </a:spcAft>
              <a:buSzPts val="9186"/>
              <a:buChar char="○"/>
              <a:defRPr sz="9186"/>
            </a:lvl2pPr>
            <a:lvl3pPr indent="-811933" lvl="2" marL="1371600">
              <a:spcBef>
                <a:spcPts val="0"/>
              </a:spcBef>
              <a:spcAft>
                <a:spcPts val="0"/>
              </a:spcAft>
              <a:buSzPts val="9186"/>
              <a:buChar char="■"/>
              <a:defRPr sz="9186"/>
            </a:lvl3pPr>
            <a:lvl4pPr indent="-811933" lvl="3" marL="1828800">
              <a:spcBef>
                <a:spcPts val="0"/>
              </a:spcBef>
              <a:spcAft>
                <a:spcPts val="0"/>
              </a:spcAft>
              <a:buSzPts val="9186"/>
              <a:buChar char="●"/>
              <a:defRPr sz="9186"/>
            </a:lvl4pPr>
            <a:lvl5pPr indent="-811933" lvl="4" marL="2286000">
              <a:spcBef>
                <a:spcPts val="0"/>
              </a:spcBef>
              <a:spcAft>
                <a:spcPts val="0"/>
              </a:spcAft>
              <a:buSzPts val="9186"/>
              <a:buChar char="○"/>
              <a:defRPr sz="9186"/>
            </a:lvl5pPr>
            <a:lvl6pPr indent="-811933" lvl="5" marL="2743200">
              <a:spcBef>
                <a:spcPts val="0"/>
              </a:spcBef>
              <a:spcAft>
                <a:spcPts val="0"/>
              </a:spcAft>
              <a:buSzPts val="9186"/>
              <a:buChar char="■"/>
              <a:defRPr sz="9186"/>
            </a:lvl6pPr>
            <a:lvl7pPr indent="-811933" lvl="6" marL="3200400">
              <a:spcBef>
                <a:spcPts val="0"/>
              </a:spcBef>
              <a:spcAft>
                <a:spcPts val="0"/>
              </a:spcAft>
              <a:buSzPts val="9186"/>
              <a:buChar char="●"/>
              <a:defRPr sz="9186"/>
            </a:lvl7pPr>
            <a:lvl8pPr indent="-811933" lvl="7" marL="3657600">
              <a:spcBef>
                <a:spcPts val="0"/>
              </a:spcBef>
              <a:spcAft>
                <a:spcPts val="0"/>
              </a:spcAft>
              <a:buSzPts val="9186"/>
              <a:buChar char="○"/>
              <a:defRPr sz="9186"/>
            </a:lvl8pPr>
            <a:lvl9pPr indent="-811933" lvl="8" marL="4114800">
              <a:spcBef>
                <a:spcPts val="0"/>
              </a:spcBef>
              <a:spcAft>
                <a:spcPts val="0"/>
              </a:spcAft>
              <a:buSzPts val="9186"/>
              <a:buChar char="■"/>
              <a:defRPr sz="9186"/>
            </a:lvl9pPr>
          </a:lstStyle>
          <a:p/>
        </p:txBody>
      </p:sp>
      <p:sp>
        <p:nvSpPr>
          <p:cNvPr id="19" name="Google Shape;19;p4"/>
          <p:cNvSpPr txBox="1"/>
          <p:nvPr>
            <p:ph idx="12" type="sldNum"/>
          </p:nvPr>
        </p:nvSpPr>
        <p:spPr>
          <a:xfrm>
            <a:off x="58373233" y="35902282"/>
            <a:ext cx="3780600" cy="3030600"/>
          </a:xfrm>
          <a:prstGeom prst="rect">
            <a:avLst/>
          </a:prstGeom>
        </p:spPr>
        <p:txBody>
          <a:bodyPr anchorCtr="0" anchor="ctr" bIns="599900" lIns="599900" spcFirstLastPara="1" rIns="599900" wrap="square" tIns="599900">
            <a:normAutofit/>
          </a:bodyPr>
          <a:lstStyle>
            <a:lvl1pPr lvl="0">
              <a:buNone/>
              <a:defRPr sz="6561"/>
            </a:lvl1pPr>
            <a:lvl2pPr lvl="1">
              <a:buNone/>
              <a:defRPr sz="6561"/>
            </a:lvl2pPr>
            <a:lvl3pPr lvl="2">
              <a:buNone/>
              <a:defRPr sz="6561"/>
            </a:lvl3pPr>
            <a:lvl4pPr lvl="3">
              <a:buNone/>
              <a:defRPr sz="6561"/>
            </a:lvl4pPr>
            <a:lvl5pPr lvl="4">
              <a:buNone/>
              <a:defRPr sz="6561"/>
            </a:lvl5pPr>
            <a:lvl6pPr lvl="5">
              <a:buNone/>
              <a:defRPr sz="6561"/>
            </a:lvl6pPr>
            <a:lvl7pPr lvl="6">
              <a:buNone/>
              <a:defRPr sz="6561"/>
            </a:lvl7pPr>
            <a:lvl8pPr lvl="7">
              <a:buNone/>
              <a:defRPr sz="6561"/>
            </a:lvl8pPr>
            <a:lvl9pPr lvl="8">
              <a:buNone/>
              <a:defRPr sz="6561"/>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147539" y="3426264"/>
            <a:ext cx="58704900" cy="4409100"/>
          </a:xfrm>
          <a:prstGeom prst="rect">
            <a:avLst/>
          </a:prstGeom>
        </p:spPr>
        <p:txBody>
          <a:bodyPr anchorCtr="0" anchor="t" bIns="599900" lIns="599900" spcFirstLastPara="1" rIns="599900" wrap="square" tIns="599900">
            <a:normAutofit/>
          </a:bodyPr>
          <a:lstStyle>
            <a:lvl1pPr lvl="0">
              <a:spcBef>
                <a:spcPts val="0"/>
              </a:spcBef>
              <a:spcAft>
                <a:spcPts val="0"/>
              </a:spcAft>
              <a:buSzPts val="18373"/>
              <a:buNone/>
              <a:defRPr sz="18372"/>
            </a:lvl1pPr>
            <a:lvl2pPr lvl="1">
              <a:spcBef>
                <a:spcPts val="0"/>
              </a:spcBef>
              <a:spcAft>
                <a:spcPts val="0"/>
              </a:spcAft>
              <a:buSzPts val="18373"/>
              <a:buNone/>
              <a:defRPr sz="18372"/>
            </a:lvl2pPr>
            <a:lvl3pPr lvl="2">
              <a:spcBef>
                <a:spcPts val="0"/>
              </a:spcBef>
              <a:spcAft>
                <a:spcPts val="0"/>
              </a:spcAft>
              <a:buSzPts val="18373"/>
              <a:buNone/>
              <a:defRPr sz="18372"/>
            </a:lvl3pPr>
            <a:lvl4pPr lvl="3">
              <a:spcBef>
                <a:spcPts val="0"/>
              </a:spcBef>
              <a:spcAft>
                <a:spcPts val="0"/>
              </a:spcAft>
              <a:buSzPts val="18373"/>
              <a:buNone/>
              <a:defRPr sz="18372"/>
            </a:lvl4pPr>
            <a:lvl5pPr lvl="4">
              <a:spcBef>
                <a:spcPts val="0"/>
              </a:spcBef>
              <a:spcAft>
                <a:spcPts val="0"/>
              </a:spcAft>
              <a:buSzPts val="18373"/>
              <a:buNone/>
              <a:defRPr sz="18372"/>
            </a:lvl5pPr>
            <a:lvl6pPr lvl="5">
              <a:spcBef>
                <a:spcPts val="0"/>
              </a:spcBef>
              <a:spcAft>
                <a:spcPts val="0"/>
              </a:spcAft>
              <a:buSzPts val="18373"/>
              <a:buNone/>
              <a:defRPr sz="18372"/>
            </a:lvl6pPr>
            <a:lvl7pPr lvl="6">
              <a:spcBef>
                <a:spcPts val="0"/>
              </a:spcBef>
              <a:spcAft>
                <a:spcPts val="0"/>
              </a:spcAft>
              <a:buSzPts val="18373"/>
              <a:buNone/>
              <a:defRPr sz="18372"/>
            </a:lvl7pPr>
            <a:lvl8pPr lvl="7">
              <a:spcBef>
                <a:spcPts val="0"/>
              </a:spcBef>
              <a:spcAft>
                <a:spcPts val="0"/>
              </a:spcAft>
              <a:buSzPts val="18373"/>
              <a:buNone/>
              <a:defRPr sz="18372"/>
            </a:lvl8pPr>
            <a:lvl9pPr lvl="8">
              <a:spcBef>
                <a:spcPts val="0"/>
              </a:spcBef>
              <a:spcAft>
                <a:spcPts val="0"/>
              </a:spcAft>
              <a:buSzPts val="18373"/>
              <a:buNone/>
              <a:defRPr sz="18372"/>
            </a:lvl9pPr>
          </a:lstStyle>
          <a:p/>
        </p:txBody>
      </p:sp>
      <p:sp>
        <p:nvSpPr>
          <p:cNvPr id="22" name="Google Shape;22;p5"/>
          <p:cNvSpPr txBox="1"/>
          <p:nvPr>
            <p:ph idx="1" type="body"/>
          </p:nvPr>
        </p:nvSpPr>
        <p:spPr>
          <a:xfrm>
            <a:off x="2147539" y="8872948"/>
            <a:ext cx="27558300" cy="26302200"/>
          </a:xfrm>
          <a:prstGeom prst="rect">
            <a:avLst/>
          </a:prstGeom>
        </p:spPr>
        <p:txBody>
          <a:bodyPr anchorCtr="0" anchor="t" bIns="599900" lIns="599900" spcFirstLastPara="1" rIns="599900" wrap="square" tIns="599900">
            <a:normAutofit/>
          </a:bodyPr>
          <a:lstStyle>
            <a:lvl1pPr indent="-811933" lvl="0" marL="457200">
              <a:spcBef>
                <a:spcPts val="0"/>
              </a:spcBef>
              <a:spcAft>
                <a:spcPts val="0"/>
              </a:spcAft>
              <a:buSzPts val="9186"/>
              <a:buChar char="●"/>
              <a:defRPr sz="9186"/>
            </a:lvl1pPr>
            <a:lvl2pPr indent="-728600" lvl="1" marL="914400">
              <a:spcBef>
                <a:spcPts val="0"/>
              </a:spcBef>
              <a:spcAft>
                <a:spcPts val="0"/>
              </a:spcAft>
              <a:buSzPts val="7874"/>
              <a:buChar char="○"/>
              <a:defRPr sz="7874"/>
            </a:lvl2pPr>
            <a:lvl3pPr indent="-728600" lvl="2" marL="1371600">
              <a:spcBef>
                <a:spcPts val="0"/>
              </a:spcBef>
              <a:spcAft>
                <a:spcPts val="0"/>
              </a:spcAft>
              <a:buSzPts val="7874"/>
              <a:buChar char="■"/>
              <a:defRPr sz="7874"/>
            </a:lvl3pPr>
            <a:lvl4pPr indent="-728600" lvl="3" marL="1828800">
              <a:spcBef>
                <a:spcPts val="0"/>
              </a:spcBef>
              <a:spcAft>
                <a:spcPts val="0"/>
              </a:spcAft>
              <a:buSzPts val="7874"/>
              <a:buChar char="●"/>
              <a:defRPr sz="7874"/>
            </a:lvl4pPr>
            <a:lvl5pPr indent="-728600" lvl="4" marL="2286000">
              <a:spcBef>
                <a:spcPts val="0"/>
              </a:spcBef>
              <a:spcAft>
                <a:spcPts val="0"/>
              </a:spcAft>
              <a:buSzPts val="7874"/>
              <a:buChar char="○"/>
              <a:defRPr sz="7874"/>
            </a:lvl5pPr>
            <a:lvl6pPr indent="-728600" lvl="5" marL="2743200">
              <a:spcBef>
                <a:spcPts val="0"/>
              </a:spcBef>
              <a:spcAft>
                <a:spcPts val="0"/>
              </a:spcAft>
              <a:buSzPts val="7874"/>
              <a:buChar char="■"/>
              <a:defRPr sz="7874"/>
            </a:lvl6pPr>
            <a:lvl7pPr indent="-728600" lvl="6" marL="3200400">
              <a:spcBef>
                <a:spcPts val="0"/>
              </a:spcBef>
              <a:spcAft>
                <a:spcPts val="0"/>
              </a:spcAft>
              <a:buSzPts val="7874"/>
              <a:buChar char="●"/>
              <a:defRPr sz="7874"/>
            </a:lvl7pPr>
            <a:lvl8pPr indent="-728600" lvl="7" marL="3657600">
              <a:spcBef>
                <a:spcPts val="0"/>
              </a:spcBef>
              <a:spcAft>
                <a:spcPts val="0"/>
              </a:spcAft>
              <a:buSzPts val="7874"/>
              <a:buChar char="○"/>
              <a:defRPr sz="7874"/>
            </a:lvl8pPr>
            <a:lvl9pPr indent="-728600" lvl="8" marL="4114800">
              <a:spcBef>
                <a:spcPts val="0"/>
              </a:spcBef>
              <a:spcAft>
                <a:spcPts val="0"/>
              </a:spcAft>
              <a:buSzPts val="7874"/>
              <a:buChar char="■"/>
              <a:defRPr sz="7874"/>
            </a:lvl9pPr>
          </a:lstStyle>
          <a:p/>
        </p:txBody>
      </p:sp>
      <p:sp>
        <p:nvSpPr>
          <p:cNvPr id="23" name="Google Shape;23;p5"/>
          <p:cNvSpPr txBox="1"/>
          <p:nvPr>
            <p:ph idx="2" type="body"/>
          </p:nvPr>
        </p:nvSpPr>
        <p:spPr>
          <a:xfrm>
            <a:off x="33294094" y="8872948"/>
            <a:ext cx="27558300" cy="26302200"/>
          </a:xfrm>
          <a:prstGeom prst="rect">
            <a:avLst/>
          </a:prstGeom>
        </p:spPr>
        <p:txBody>
          <a:bodyPr anchorCtr="0" anchor="t" bIns="599900" lIns="599900" spcFirstLastPara="1" rIns="599900" wrap="square" tIns="599900">
            <a:normAutofit/>
          </a:bodyPr>
          <a:lstStyle>
            <a:lvl1pPr indent="-811933" lvl="0" marL="457200">
              <a:spcBef>
                <a:spcPts val="0"/>
              </a:spcBef>
              <a:spcAft>
                <a:spcPts val="0"/>
              </a:spcAft>
              <a:buSzPts val="9186"/>
              <a:buChar char="●"/>
              <a:defRPr sz="9186"/>
            </a:lvl1pPr>
            <a:lvl2pPr indent="-728600" lvl="1" marL="914400">
              <a:spcBef>
                <a:spcPts val="0"/>
              </a:spcBef>
              <a:spcAft>
                <a:spcPts val="0"/>
              </a:spcAft>
              <a:buSzPts val="7874"/>
              <a:buChar char="○"/>
              <a:defRPr sz="7874"/>
            </a:lvl2pPr>
            <a:lvl3pPr indent="-728600" lvl="2" marL="1371600">
              <a:spcBef>
                <a:spcPts val="0"/>
              </a:spcBef>
              <a:spcAft>
                <a:spcPts val="0"/>
              </a:spcAft>
              <a:buSzPts val="7874"/>
              <a:buChar char="■"/>
              <a:defRPr sz="7874"/>
            </a:lvl3pPr>
            <a:lvl4pPr indent="-728600" lvl="3" marL="1828800">
              <a:spcBef>
                <a:spcPts val="0"/>
              </a:spcBef>
              <a:spcAft>
                <a:spcPts val="0"/>
              </a:spcAft>
              <a:buSzPts val="7874"/>
              <a:buChar char="●"/>
              <a:defRPr sz="7874"/>
            </a:lvl4pPr>
            <a:lvl5pPr indent="-728600" lvl="4" marL="2286000">
              <a:spcBef>
                <a:spcPts val="0"/>
              </a:spcBef>
              <a:spcAft>
                <a:spcPts val="0"/>
              </a:spcAft>
              <a:buSzPts val="7874"/>
              <a:buChar char="○"/>
              <a:defRPr sz="7874"/>
            </a:lvl5pPr>
            <a:lvl6pPr indent="-728600" lvl="5" marL="2743200">
              <a:spcBef>
                <a:spcPts val="0"/>
              </a:spcBef>
              <a:spcAft>
                <a:spcPts val="0"/>
              </a:spcAft>
              <a:buSzPts val="7874"/>
              <a:buChar char="■"/>
              <a:defRPr sz="7874"/>
            </a:lvl6pPr>
            <a:lvl7pPr indent="-728600" lvl="6" marL="3200400">
              <a:spcBef>
                <a:spcPts val="0"/>
              </a:spcBef>
              <a:spcAft>
                <a:spcPts val="0"/>
              </a:spcAft>
              <a:buSzPts val="7874"/>
              <a:buChar char="●"/>
              <a:defRPr sz="7874"/>
            </a:lvl7pPr>
            <a:lvl8pPr indent="-728600" lvl="7" marL="3657600">
              <a:spcBef>
                <a:spcPts val="0"/>
              </a:spcBef>
              <a:spcAft>
                <a:spcPts val="0"/>
              </a:spcAft>
              <a:buSzPts val="7874"/>
              <a:buChar char="○"/>
              <a:defRPr sz="7874"/>
            </a:lvl8pPr>
            <a:lvl9pPr indent="-728600" lvl="8" marL="4114800">
              <a:spcBef>
                <a:spcPts val="0"/>
              </a:spcBef>
              <a:spcAft>
                <a:spcPts val="0"/>
              </a:spcAft>
              <a:buSzPts val="7874"/>
              <a:buChar char="■"/>
              <a:defRPr sz="7874"/>
            </a:lvl9pPr>
          </a:lstStyle>
          <a:p/>
        </p:txBody>
      </p:sp>
      <p:sp>
        <p:nvSpPr>
          <p:cNvPr id="24" name="Google Shape;24;p5"/>
          <p:cNvSpPr txBox="1"/>
          <p:nvPr>
            <p:ph idx="12" type="sldNum"/>
          </p:nvPr>
        </p:nvSpPr>
        <p:spPr>
          <a:xfrm>
            <a:off x="58373233" y="35902282"/>
            <a:ext cx="3780600" cy="3030600"/>
          </a:xfrm>
          <a:prstGeom prst="rect">
            <a:avLst/>
          </a:prstGeom>
        </p:spPr>
        <p:txBody>
          <a:bodyPr anchorCtr="0" anchor="ctr" bIns="599900" lIns="599900" spcFirstLastPara="1" rIns="599900" wrap="square" tIns="599900">
            <a:normAutofit/>
          </a:bodyPr>
          <a:lstStyle>
            <a:lvl1pPr lvl="0">
              <a:buNone/>
              <a:defRPr sz="6561"/>
            </a:lvl1pPr>
            <a:lvl2pPr lvl="1">
              <a:buNone/>
              <a:defRPr sz="6561"/>
            </a:lvl2pPr>
            <a:lvl3pPr lvl="2">
              <a:buNone/>
              <a:defRPr sz="6561"/>
            </a:lvl3pPr>
            <a:lvl4pPr lvl="3">
              <a:buNone/>
              <a:defRPr sz="6561"/>
            </a:lvl4pPr>
            <a:lvl5pPr lvl="4">
              <a:buNone/>
              <a:defRPr sz="6561"/>
            </a:lvl5pPr>
            <a:lvl6pPr lvl="5">
              <a:buNone/>
              <a:defRPr sz="6561"/>
            </a:lvl6pPr>
            <a:lvl7pPr lvl="6">
              <a:buNone/>
              <a:defRPr sz="6561"/>
            </a:lvl7pPr>
            <a:lvl8pPr lvl="7">
              <a:buNone/>
              <a:defRPr sz="6561"/>
            </a:lvl8pPr>
            <a:lvl9pPr lvl="8">
              <a:buNone/>
              <a:defRPr sz="6561"/>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147539" y="3426264"/>
            <a:ext cx="58704900" cy="4409100"/>
          </a:xfrm>
          <a:prstGeom prst="rect">
            <a:avLst/>
          </a:prstGeom>
        </p:spPr>
        <p:txBody>
          <a:bodyPr anchorCtr="0" anchor="t" bIns="599900" lIns="599900" spcFirstLastPara="1" rIns="599900" wrap="square" tIns="599900">
            <a:normAutofit/>
          </a:bodyPr>
          <a:lstStyle>
            <a:lvl1pPr lvl="0">
              <a:spcBef>
                <a:spcPts val="0"/>
              </a:spcBef>
              <a:spcAft>
                <a:spcPts val="0"/>
              </a:spcAft>
              <a:buSzPts val="18373"/>
              <a:buNone/>
              <a:defRPr sz="18372"/>
            </a:lvl1pPr>
            <a:lvl2pPr lvl="1">
              <a:spcBef>
                <a:spcPts val="0"/>
              </a:spcBef>
              <a:spcAft>
                <a:spcPts val="0"/>
              </a:spcAft>
              <a:buSzPts val="18373"/>
              <a:buNone/>
              <a:defRPr sz="18372"/>
            </a:lvl2pPr>
            <a:lvl3pPr lvl="2">
              <a:spcBef>
                <a:spcPts val="0"/>
              </a:spcBef>
              <a:spcAft>
                <a:spcPts val="0"/>
              </a:spcAft>
              <a:buSzPts val="18373"/>
              <a:buNone/>
              <a:defRPr sz="18372"/>
            </a:lvl3pPr>
            <a:lvl4pPr lvl="3">
              <a:spcBef>
                <a:spcPts val="0"/>
              </a:spcBef>
              <a:spcAft>
                <a:spcPts val="0"/>
              </a:spcAft>
              <a:buSzPts val="18373"/>
              <a:buNone/>
              <a:defRPr sz="18372"/>
            </a:lvl4pPr>
            <a:lvl5pPr lvl="4">
              <a:spcBef>
                <a:spcPts val="0"/>
              </a:spcBef>
              <a:spcAft>
                <a:spcPts val="0"/>
              </a:spcAft>
              <a:buSzPts val="18373"/>
              <a:buNone/>
              <a:defRPr sz="18372"/>
            </a:lvl5pPr>
            <a:lvl6pPr lvl="5">
              <a:spcBef>
                <a:spcPts val="0"/>
              </a:spcBef>
              <a:spcAft>
                <a:spcPts val="0"/>
              </a:spcAft>
              <a:buSzPts val="18373"/>
              <a:buNone/>
              <a:defRPr sz="18372"/>
            </a:lvl6pPr>
            <a:lvl7pPr lvl="6">
              <a:spcBef>
                <a:spcPts val="0"/>
              </a:spcBef>
              <a:spcAft>
                <a:spcPts val="0"/>
              </a:spcAft>
              <a:buSzPts val="18373"/>
              <a:buNone/>
              <a:defRPr sz="18372"/>
            </a:lvl7pPr>
            <a:lvl8pPr lvl="7">
              <a:spcBef>
                <a:spcPts val="0"/>
              </a:spcBef>
              <a:spcAft>
                <a:spcPts val="0"/>
              </a:spcAft>
              <a:buSzPts val="18373"/>
              <a:buNone/>
              <a:defRPr sz="18372"/>
            </a:lvl8pPr>
            <a:lvl9pPr lvl="8">
              <a:spcBef>
                <a:spcPts val="0"/>
              </a:spcBef>
              <a:spcAft>
                <a:spcPts val="0"/>
              </a:spcAft>
              <a:buSzPts val="18373"/>
              <a:buNone/>
              <a:defRPr sz="18372"/>
            </a:lvl9pPr>
          </a:lstStyle>
          <a:p/>
        </p:txBody>
      </p:sp>
      <p:sp>
        <p:nvSpPr>
          <p:cNvPr id="27" name="Google Shape;27;p6"/>
          <p:cNvSpPr txBox="1"/>
          <p:nvPr>
            <p:ph idx="12" type="sldNum"/>
          </p:nvPr>
        </p:nvSpPr>
        <p:spPr>
          <a:xfrm>
            <a:off x="58373233" y="35902282"/>
            <a:ext cx="3780600" cy="3030600"/>
          </a:xfrm>
          <a:prstGeom prst="rect">
            <a:avLst/>
          </a:prstGeom>
        </p:spPr>
        <p:txBody>
          <a:bodyPr anchorCtr="0" anchor="ctr" bIns="599900" lIns="599900" spcFirstLastPara="1" rIns="599900" wrap="square" tIns="599900">
            <a:normAutofit/>
          </a:bodyPr>
          <a:lstStyle>
            <a:lvl1pPr lvl="0">
              <a:buNone/>
              <a:defRPr sz="6561"/>
            </a:lvl1pPr>
            <a:lvl2pPr lvl="1">
              <a:buNone/>
              <a:defRPr sz="6561"/>
            </a:lvl2pPr>
            <a:lvl3pPr lvl="2">
              <a:buNone/>
              <a:defRPr sz="6561"/>
            </a:lvl3pPr>
            <a:lvl4pPr lvl="3">
              <a:buNone/>
              <a:defRPr sz="6561"/>
            </a:lvl4pPr>
            <a:lvl5pPr lvl="4">
              <a:buNone/>
              <a:defRPr sz="6561"/>
            </a:lvl5pPr>
            <a:lvl6pPr lvl="5">
              <a:buNone/>
              <a:defRPr sz="6561"/>
            </a:lvl6pPr>
            <a:lvl7pPr lvl="6">
              <a:buNone/>
              <a:defRPr sz="6561"/>
            </a:lvl7pPr>
            <a:lvl8pPr lvl="7">
              <a:buNone/>
              <a:defRPr sz="6561"/>
            </a:lvl8pPr>
            <a:lvl9pPr lvl="8">
              <a:buNone/>
              <a:defRPr sz="6561"/>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147539" y="4277585"/>
            <a:ext cx="19346100" cy="5818500"/>
          </a:xfrm>
          <a:prstGeom prst="rect">
            <a:avLst/>
          </a:prstGeom>
        </p:spPr>
        <p:txBody>
          <a:bodyPr anchorCtr="0" anchor="b" bIns="599900" lIns="599900" spcFirstLastPara="1" rIns="599900" wrap="square" tIns="599900">
            <a:normAutofit/>
          </a:bodyPr>
          <a:lstStyle>
            <a:lvl1pPr lvl="0">
              <a:spcBef>
                <a:spcPts val="0"/>
              </a:spcBef>
              <a:spcAft>
                <a:spcPts val="0"/>
              </a:spcAft>
              <a:buSzPts val="15748"/>
              <a:buNone/>
              <a:defRPr sz="15748"/>
            </a:lvl1pPr>
            <a:lvl2pPr lvl="1">
              <a:spcBef>
                <a:spcPts val="0"/>
              </a:spcBef>
              <a:spcAft>
                <a:spcPts val="0"/>
              </a:spcAft>
              <a:buSzPts val="15748"/>
              <a:buNone/>
              <a:defRPr sz="15748"/>
            </a:lvl2pPr>
            <a:lvl3pPr lvl="2">
              <a:spcBef>
                <a:spcPts val="0"/>
              </a:spcBef>
              <a:spcAft>
                <a:spcPts val="0"/>
              </a:spcAft>
              <a:buSzPts val="15748"/>
              <a:buNone/>
              <a:defRPr sz="15748"/>
            </a:lvl3pPr>
            <a:lvl4pPr lvl="3">
              <a:spcBef>
                <a:spcPts val="0"/>
              </a:spcBef>
              <a:spcAft>
                <a:spcPts val="0"/>
              </a:spcAft>
              <a:buSzPts val="15748"/>
              <a:buNone/>
              <a:defRPr sz="15748"/>
            </a:lvl4pPr>
            <a:lvl5pPr lvl="4">
              <a:spcBef>
                <a:spcPts val="0"/>
              </a:spcBef>
              <a:spcAft>
                <a:spcPts val="0"/>
              </a:spcAft>
              <a:buSzPts val="15748"/>
              <a:buNone/>
              <a:defRPr sz="15748"/>
            </a:lvl5pPr>
            <a:lvl6pPr lvl="5">
              <a:spcBef>
                <a:spcPts val="0"/>
              </a:spcBef>
              <a:spcAft>
                <a:spcPts val="0"/>
              </a:spcAft>
              <a:buSzPts val="15748"/>
              <a:buNone/>
              <a:defRPr sz="15748"/>
            </a:lvl6pPr>
            <a:lvl7pPr lvl="6">
              <a:spcBef>
                <a:spcPts val="0"/>
              </a:spcBef>
              <a:spcAft>
                <a:spcPts val="0"/>
              </a:spcAft>
              <a:buSzPts val="15748"/>
              <a:buNone/>
              <a:defRPr sz="15748"/>
            </a:lvl7pPr>
            <a:lvl8pPr lvl="7">
              <a:spcBef>
                <a:spcPts val="0"/>
              </a:spcBef>
              <a:spcAft>
                <a:spcPts val="0"/>
              </a:spcAft>
              <a:buSzPts val="15748"/>
              <a:buNone/>
              <a:defRPr sz="15748"/>
            </a:lvl8pPr>
            <a:lvl9pPr lvl="8">
              <a:spcBef>
                <a:spcPts val="0"/>
              </a:spcBef>
              <a:spcAft>
                <a:spcPts val="0"/>
              </a:spcAft>
              <a:buSzPts val="15748"/>
              <a:buNone/>
              <a:defRPr sz="15748"/>
            </a:lvl9pPr>
          </a:lstStyle>
          <a:p/>
        </p:txBody>
      </p:sp>
      <p:sp>
        <p:nvSpPr>
          <p:cNvPr id="30" name="Google Shape;30;p7"/>
          <p:cNvSpPr txBox="1"/>
          <p:nvPr>
            <p:ph idx="1" type="body"/>
          </p:nvPr>
        </p:nvSpPr>
        <p:spPr>
          <a:xfrm>
            <a:off x="2147539" y="10698583"/>
            <a:ext cx="19346100" cy="24479100"/>
          </a:xfrm>
          <a:prstGeom prst="rect">
            <a:avLst/>
          </a:prstGeom>
        </p:spPr>
        <p:txBody>
          <a:bodyPr anchorCtr="0" anchor="t" bIns="599900" lIns="599900" spcFirstLastPara="1" rIns="599900" wrap="square" tIns="599900">
            <a:normAutofit/>
          </a:bodyPr>
          <a:lstStyle>
            <a:lvl1pPr indent="-728600" lvl="0" marL="457200">
              <a:spcBef>
                <a:spcPts val="0"/>
              </a:spcBef>
              <a:spcAft>
                <a:spcPts val="0"/>
              </a:spcAft>
              <a:buSzPts val="7874"/>
              <a:buChar char="●"/>
              <a:defRPr sz="7874"/>
            </a:lvl1pPr>
            <a:lvl2pPr indent="-728600" lvl="1" marL="914400">
              <a:spcBef>
                <a:spcPts val="0"/>
              </a:spcBef>
              <a:spcAft>
                <a:spcPts val="0"/>
              </a:spcAft>
              <a:buSzPts val="7874"/>
              <a:buChar char="○"/>
              <a:defRPr sz="7874"/>
            </a:lvl2pPr>
            <a:lvl3pPr indent="-728600" lvl="2" marL="1371600">
              <a:spcBef>
                <a:spcPts val="0"/>
              </a:spcBef>
              <a:spcAft>
                <a:spcPts val="0"/>
              </a:spcAft>
              <a:buSzPts val="7874"/>
              <a:buChar char="■"/>
              <a:defRPr sz="7874"/>
            </a:lvl3pPr>
            <a:lvl4pPr indent="-728600" lvl="3" marL="1828800">
              <a:spcBef>
                <a:spcPts val="0"/>
              </a:spcBef>
              <a:spcAft>
                <a:spcPts val="0"/>
              </a:spcAft>
              <a:buSzPts val="7874"/>
              <a:buChar char="●"/>
              <a:defRPr sz="7874"/>
            </a:lvl4pPr>
            <a:lvl5pPr indent="-728600" lvl="4" marL="2286000">
              <a:spcBef>
                <a:spcPts val="0"/>
              </a:spcBef>
              <a:spcAft>
                <a:spcPts val="0"/>
              </a:spcAft>
              <a:buSzPts val="7874"/>
              <a:buChar char="○"/>
              <a:defRPr sz="7874"/>
            </a:lvl5pPr>
            <a:lvl6pPr indent="-728600" lvl="5" marL="2743200">
              <a:spcBef>
                <a:spcPts val="0"/>
              </a:spcBef>
              <a:spcAft>
                <a:spcPts val="0"/>
              </a:spcAft>
              <a:buSzPts val="7874"/>
              <a:buChar char="■"/>
              <a:defRPr sz="7874"/>
            </a:lvl6pPr>
            <a:lvl7pPr indent="-728600" lvl="6" marL="3200400">
              <a:spcBef>
                <a:spcPts val="0"/>
              </a:spcBef>
              <a:spcAft>
                <a:spcPts val="0"/>
              </a:spcAft>
              <a:buSzPts val="7874"/>
              <a:buChar char="●"/>
              <a:defRPr sz="7874"/>
            </a:lvl7pPr>
            <a:lvl8pPr indent="-728600" lvl="7" marL="3657600">
              <a:spcBef>
                <a:spcPts val="0"/>
              </a:spcBef>
              <a:spcAft>
                <a:spcPts val="0"/>
              </a:spcAft>
              <a:buSzPts val="7874"/>
              <a:buChar char="○"/>
              <a:defRPr sz="7874"/>
            </a:lvl8pPr>
            <a:lvl9pPr indent="-728600" lvl="8" marL="4114800">
              <a:spcBef>
                <a:spcPts val="0"/>
              </a:spcBef>
              <a:spcAft>
                <a:spcPts val="0"/>
              </a:spcAft>
              <a:buSzPts val="7874"/>
              <a:buChar char="■"/>
              <a:defRPr sz="7874"/>
            </a:lvl9pPr>
          </a:lstStyle>
          <a:p/>
        </p:txBody>
      </p:sp>
      <p:sp>
        <p:nvSpPr>
          <p:cNvPr id="31" name="Google Shape;31;p7"/>
          <p:cNvSpPr txBox="1"/>
          <p:nvPr>
            <p:ph idx="12" type="sldNum"/>
          </p:nvPr>
        </p:nvSpPr>
        <p:spPr>
          <a:xfrm>
            <a:off x="58373233" y="35902282"/>
            <a:ext cx="3780600" cy="3030600"/>
          </a:xfrm>
          <a:prstGeom prst="rect">
            <a:avLst/>
          </a:prstGeom>
        </p:spPr>
        <p:txBody>
          <a:bodyPr anchorCtr="0" anchor="ctr" bIns="599900" lIns="599900" spcFirstLastPara="1" rIns="599900" wrap="square" tIns="599900">
            <a:normAutofit/>
          </a:bodyPr>
          <a:lstStyle>
            <a:lvl1pPr lvl="0">
              <a:buNone/>
              <a:defRPr sz="6561"/>
            </a:lvl1pPr>
            <a:lvl2pPr lvl="1">
              <a:buNone/>
              <a:defRPr sz="6561"/>
            </a:lvl2pPr>
            <a:lvl3pPr lvl="2">
              <a:buNone/>
              <a:defRPr sz="6561"/>
            </a:lvl3pPr>
            <a:lvl4pPr lvl="3">
              <a:buNone/>
              <a:defRPr sz="6561"/>
            </a:lvl4pPr>
            <a:lvl5pPr lvl="4">
              <a:buNone/>
              <a:defRPr sz="6561"/>
            </a:lvl5pPr>
            <a:lvl6pPr lvl="5">
              <a:buNone/>
              <a:defRPr sz="6561"/>
            </a:lvl6pPr>
            <a:lvl7pPr lvl="6">
              <a:buNone/>
              <a:defRPr sz="6561"/>
            </a:lvl7pPr>
            <a:lvl8pPr lvl="7">
              <a:buNone/>
              <a:defRPr sz="6561"/>
            </a:lvl8pPr>
            <a:lvl9pPr lvl="8">
              <a:buNone/>
              <a:defRPr sz="6561"/>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3377707" y="3465722"/>
            <a:ext cx="43872900" cy="31494900"/>
          </a:xfrm>
          <a:prstGeom prst="rect">
            <a:avLst/>
          </a:prstGeom>
        </p:spPr>
        <p:txBody>
          <a:bodyPr anchorCtr="0" anchor="ctr" bIns="599900" lIns="599900" spcFirstLastPara="1" rIns="599900" wrap="square" tIns="599900">
            <a:normAutofit/>
          </a:bodyPr>
          <a:lstStyle>
            <a:lvl1pPr lvl="0">
              <a:spcBef>
                <a:spcPts val="0"/>
              </a:spcBef>
              <a:spcAft>
                <a:spcPts val="0"/>
              </a:spcAft>
              <a:buSzPts val="31496"/>
              <a:buNone/>
              <a:defRPr sz="31496"/>
            </a:lvl1pPr>
            <a:lvl2pPr lvl="1">
              <a:spcBef>
                <a:spcPts val="0"/>
              </a:spcBef>
              <a:spcAft>
                <a:spcPts val="0"/>
              </a:spcAft>
              <a:buSzPts val="31496"/>
              <a:buNone/>
              <a:defRPr sz="31496"/>
            </a:lvl2pPr>
            <a:lvl3pPr lvl="2">
              <a:spcBef>
                <a:spcPts val="0"/>
              </a:spcBef>
              <a:spcAft>
                <a:spcPts val="0"/>
              </a:spcAft>
              <a:buSzPts val="31496"/>
              <a:buNone/>
              <a:defRPr sz="31496"/>
            </a:lvl3pPr>
            <a:lvl4pPr lvl="3">
              <a:spcBef>
                <a:spcPts val="0"/>
              </a:spcBef>
              <a:spcAft>
                <a:spcPts val="0"/>
              </a:spcAft>
              <a:buSzPts val="31496"/>
              <a:buNone/>
              <a:defRPr sz="31496"/>
            </a:lvl4pPr>
            <a:lvl5pPr lvl="4">
              <a:spcBef>
                <a:spcPts val="0"/>
              </a:spcBef>
              <a:spcAft>
                <a:spcPts val="0"/>
              </a:spcAft>
              <a:buSzPts val="31496"/>
              <a:buNone/>
              <a:defRPr sz="31496"/>
            </a:lvl5pPr>
            <a:lvl6pPr lvl="5">
              <a:spcBef>
                <a:spcPts val="0"/>
              </a:spcBef>
              <a:spcAft>
                <a:spcPts val="0"/>
              </a:spcAft>
              <a:buSzPts val="31496"/>
              <a:buNone/>
              <a:defRPr sz="31496"/>
            </a:lvl6pPr>
            <a:lvl7pPr lvl="6">
              <a:spcBef>
                <a:spcPts val="0"/>
              </a:spcBef>
              <a:spcAft>
                <a:spcPts val="0"/>
              </a:spcAft>
              <a:buSzPts val="31496"/>
              <a:buNone/>
              <a:defRPr sz="31496"/>
            </a:lvl7pPr>
            <a:lvl8pPr lvl="7">
              <a:spcBef>
                <a:spcPts val="0"/>
              </a:spcBef>
              <a:spcAft>
                <a:spcPts val="0"/>
              </a:spcAft>
              <a:buSzPts val="31496"/>
              <a:buNone/>
              <a:defRPr sz="31496"/>
            </a:lvl8pPr>
            <a:lvl9pPr lvl="8">
              <a:spcBef>
                <a:spcPts val="0"/>
              </a:spcBef>
              <a:spcAft>
                <a:spcPts val="0"/>
              </a:spcAft>
              <a:buSzPts val="31496"/>
              <a:buNone/>
              <a:defRPr sz="31496"/>
            </a:lvl9pPr>
          </a:lstStyle>
          <a:p/>
        </p:txBody>
      </p:sp>
      <p:sp>
        <p:nvSpPr>
          <p:cNvPr id="34" name="Google Shape;34;p8"/>
          <p:cNvSpPr txBox="1"/>
          <p:nvPr>
            <p:ph idx="12" type="sldNum"/>
          </p:nvPr>
        </p:nvSpPr>
        <p:spPr>
          <a:xfrm>
            <a:off x="58373233" y="35902282"/>
            <a:ext cx="3780600" cy="3030600"/>
          </a:xfrm>
          <a:prstGeom prst="rect">
            <a:avLst/>
          </a:prstGeom>
        </p:spPr>
        <p:txBody>
          <a:bodyPr anchorCtr="0" anchor="ctr" bIns="599900" lIns="599900" spcFirstLastPara="1" rIns="599900" wrap="square" tIns="599900">
            <a:normAutofit/>
          </a:bodyPr>
          <a:lstStyle>
            <a:lvl1pPr lvl="0">
              <a:buNone/>
              <a:defRPr sz="6561"/>
            </a:lvl1pPr>
            <a:lvl2pPr lvl="1">
              <a:buNone/>
              <a:defRPr sz="6561"/>
            </a:lvl2pPr>
            <a:lvl3pPr lvl="2">
              <a:buNone/>
              <a:defRPr sz="6561"/>
            </a:lvl3pPr>
            <a:lvl4pPr lvl="3">
              <a:buNone/>
              <a:defRPr sz="6561"/>
            </a:lvl4pPr>
            <a:lvl5pPr lvl="4">
              <a:buNone/>
              <a:defRPr sz="6561"/>
            </a:lvl5pPr>
            <a:lvl6pPr lvl="5">
              <a:buNone/>
              <a:defRPr sz="6561"/>
            </a:lvl6pPr>
            <a:lvl7pPr lvl="6">
              <a:buNone/>
              <a:defRPr sz="6561"/>
            </a:lvl7pPr>
            <a:lvl8pPr lvl="7">
              <a:buNone/>
              <a:defRPr sz="6561"/>
            </a:lvl8pPr>
            <a:lvl9pPr lvl="8">
              <a:buNone/>
              <a:defRPr sz="6561"/>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1500000" y="-962"/>
            <a:ext cx="31500000" cy="39600000"/>
          </a:xfrm>
          <a:prstGeom prst="rect">
            <a:avLst/>
          </a:prstGeom>
          <a:solidFill>
            <a:schemeClr val="lt2"/>
          </a:solidFill>
          <a:ln>
            <a:noFill/>
          </a:ln>
        </p:spPr>
        <p:txBody>
          <a:bodyPr anchorCtr="0" anchor="ctr" bIns="599900" lIns="599900" spcFirstLastPara="1" rIns="599900" wrap="square" tIns="5999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829232" y="9494261"/>
            <a:ext cx="27870300" cy="11412300"/>
          </a:xfrm>
          <a:prstGeom prst="rect">
            <a:avLst/>
          </a:prstGeom>
        </p:spPr>
        <p:txBody>
          <a:bodyPr anchorCtr="0" anchor="b" bIns="599900" lIns="599900" spcFirstLastPara="1" rIns="599900" wrap="square" tIns="599900">
            <a:normAutofit/>
          </a:bodyPr>
          <a:lstStyle>
            <a:lvl1pPr lvl="0" algn="ctr">
              <a:spcBef>
                <a:spcPts val="0"/>
              </a:spcBef>
              <a:spcAft>
                <a:spcPts val="0"/>
              </a:spcAft>
              <a:buSzPts val="27559"/>
              <a:buNone/>
              <a:defRPr sz="27559"/>
            </a:lvl1pPr>
            <a:lvl2pPr lvl="1" algn="ctr">
              <a:spcBef>
                <a:spcPts val="0"/>
              </a:spcBef>
              <a:spcAft>
                <a:spcPts val="0"/>
              </a:spcAft>
              <a:buSzPts val="27559"/>
              <a:buNone/>
              <a:defRPr sz="27559"/>
            </a:lvl2pPr>
            <a:lvl3pPr lvl="2" algn="ctr">
              <a:spcBef>
                <a:spcPts val="0"/>
              </a:spcBef>
              <a:spcAft>
                <a:spcPts val="0"/>
              </a:spcAft>
              <a:buSzPts val="27559"/>
              <a:buNone/>
              <a:defRPr sz="27559"/>
            </a:lvl3pPr>
            <a:lvl4pPr lvl="3" algn="ctr">
              <a:spcBef>
                <a:spcPts val="0"/>
              </a:spcBef>
              <a:spcAft>
                <a:spcPts val="0"/>
              </a:spcAft>
              <a:buSzPts val="27559"/>
              <a:buNone/>
              <a:defRPr sz="27559"/>
            </a:lvl4pPr>
            <a:lvl5pPr lvl="4" algn="ctr">
              <a:spcBef>
                <a:spcPts val="0"/>
              </a:spcBef>
              <a:spcAft>
                <a:spcPts val="0"/>
              </a:spcAft>
              <a:buSzPts val="27559"/>
              <a:buNone/>
              <a:defRPr sz="27559"/>
            </a:lvl5pPr>
            <a:lvl6pPr lvl="5" algn="ctr">
              <a:spcBef>
                <a:spcPts val="0"/>
              </a:spcBef>
              <a:spcAft>
                <a:spcPts val="0"/>
              </a:spcAft>
              <a:buSzPts val="27559"/>
              <a:buNone/>
              <a:defRPr sz="27559"/>
            </a:lvl6pPr>
            <a:lvl7pPr lvl="6" algn="ctr">
              <a:spcBef>
                <a:spcPts val="0"/>
              </a:spcBef>
              <a:spcAft>
                <a:spcPts val="0"/>
              </a:spcAft>
              <a:buSzPts val="27559"/>
              <a:buNone/>
              <a:defRPr sz="27559"/>
            </a:lvl7pPr>
            <a:lvl8pPr lvl="7" algn="ctr">
              <a:spcBef>
                <a:spcPts val="0"/>
              </a:spcBef>
              <a:spcAft>
                <a:spcPts val="0"/>
              </a:spcAft>
              <a:buSzPts val="27559"/>
              <a:buNone/>
              <a:defRPr sz="27559"/>
            </a:lvl8pPr>
            <a:lvl9pPr lvl="8" algn="ctr">
              <a:spcBef>
                <a:spcPts val="0"/>
              </a:spcBef>
              <a:spcAft>
                <a:spcPts val="0"/>
              </a:spcAft>
              <a:buSzPts val="27559"/>
              <a:buNone/>
              <a:defRPr sz="27559"/>
            </a:lvl9pPr>
          </a:lstStyle>
          <a:p/>
        </p:txBody>
      </p:sp>
      <p:sp>
        <p:nvSpPr>
          <p:cNvPr id="38" name="Google Shape;38;p9"/>
          <p:cNvSpPr txBox="1"/>
          <p:nvPr>
            <p:ph idx="1" type="subTitle"/>
          </p:nvPr>
        </p:nvSpPr>
        <p:spPr>
          <a:xfrm>
            <a:off x="1829232" y="21580980"/>
            <a:ext cx="27870300" cy="9508200"/>
          </a:xfrm>
          <a:prstGeom prst="rect">
            <a:avLst/>
          </a:prstGeom>
        </p:spPr>
        <p:txBody>
          <a:bodyPr anchorCtr="0" anchor="t" bIns="599900" lIns="599900" spcFirstLastPara="1" rIns="599900" wrap="square" tIns="599900">
            <a:normAutofit/>
          </a:bodyPr>
          <a:lstStyle>
            <a:lvl1pPr lvl="0" algn="ctr">
              <a:lnSpc>
                <a:spcPct val="100000"/>
              </a:lnSpc>
              <a:spcBef>
                <a:spcPts val="0"/>
              </a:spcBef>
              <a:spcAft>
                <a:spcPts val="0"/>
              </a:spcAft>
              <a:buSzPts val="13780"/>
              <a:buNone/>
              <a:defRPr sz="13779"/>
            </a:lvl1pPr>
            <a:lvl2pPr lvl="1" algn="ctr">
              <a:lnSpc>
                <a:spcPct val="100000"/>
              </a:lnSpc>
              <a:spcBef>
                <a:spcPts val="0"/>
              </a:spcBef>
              <a:spcAft>
                <a:spcPts val="0"/>
              </a:spcAft>
              <a:buSzPts val="13780"/>
              <a:buNone/>
              <a:defRPr sz="13779"/>
            </a:lvl2pPr>
            <a:lvl3pPr lvl="2" algn="ctr">
              <a:lnSpc>
                <a:spcPct val="100000"/>
              </a:lnSpc>
              <a:spcBef>
                <a:spcPts val="0"/>
              </a:spcBef>
              <a:spcAft>
                <a:spcPts val="0"/>
              </a:spcAft>
              <a:buSzPts val="13780"/>
              <a:buNone/>
              <a:defRPr sz="13779"/>
            </a:lvl3pPr>
            <a:lvl4pPr lvl="3" algn="ctr">
              <a:lnSpc>
                <a:spcPct val="100000"/>
              </a:lnSpc>
              <a:spcBef>
                <a:spcPts val="0"/>
              </a:spcBef>
              <a:spcAft>
                <a:spcPts val="0"/>
              </a:spcAft>
              <a:buSzPts val="13780"/>
              <a:buNone/>
              <a:defRPr sz="13779"/>
            </a:lvl4pPr>
            <a:lvl5pPr lvl="4" algn="ctr">
              <a:lnSpc>
                <a:spcPct val="100000"/>
              </a:lnSpc>
              <a:spcBef>
                <a:spcPts val="0"/>
              </a:spcBef>
              <a:spcAft>
                <a:spcPts val="0"/>
              </a:spcAft>
              <a:buSzPts val="13780"/>
              <a:buNone/>
              <a:defRPr sz="13779"/>
            </a:lvl5pPr>
            <a:lvl6pPr lvl="5" algn="ctr">
              <a:lnSpc>
                <a:spcPct val="100000"/>
              </a:lnSpc>
              <a:spcBef>
                <a:spcPts val="0"/>
              </a:spcBef>
              <a:spcAft>
                <a:spcPts val="0"/>
              </a:spcAft>
              <a:buSzPts val="13780"/>
              <a:buNone/>
              <a:defRPr sz="13779"/>
            </a:lvl6pPr>
            <a:lvl7pPr lvl="6" algn="ctr">
              <a:lnSpc>
                <a:spcPct val="100000"/>
              </a:lnSpc>
              <a:spcBef>
                <a:spcPts val="0"/>
              </a:spcBef>
              <a:spcAft>
                <a:spcPts val="0"/>
              </a:spcAft>
              <a:buSzPts val="13780"/>
              <a:buNone/>
              <a:defRPr sz="13779"/>
            </a:lvl7pPr>
            <a:lvl8pPr lvl="7" algn="ctr">
              <a:lnSpc>
                <a:spcPct val="100000"/>
              </a:lnSpc>
              <a:spcBef>
                <a:spcPts val="0"/>
              </a:spcBef>
              <a:spcAft>
                <a:spcPts val="0"/>
              </a:spcAft>
              <a:buSzPts val="13780"/>
              <a:buNone/>
              <a:defRPr sz="13779"/>
            </a:lvl8pPr>
            <a:lvl9pPr lvl="8" algn="ctr">
              <a:lnSpc>
                <a:spcPct val="100000"/>
              </a:lnSpc>
              <a:spcBef>
                <a:spcPts val="0"/>
              </a:spcBef>
              <a:spcAft>
                <a:spcPts val="0"/>
              </a:spcAft>
              <a:buSzPts val="13780"/>
              <a:buNone/>
              <a:defRPr sz="13779"/>
            </a:lvl9pPr>
          </a:lstStyle>
          <a:p/>
        </p:txBody>
      </p:sp>
      <p:sp>
        <p:nvSpPr>
          <p:cNvPr id="39" name="Google Shape;39;p9"/>
          <p:cNvSpPr txBox="1"/>
          <p:nvPr>
            <p:ph idx="2" type="body"/>
          </p:nvPr>
        </p:nvSpPr>
        <p:spPr>
          <a:xfrm>
            <a:off x="34031988" y="5574681"/>
            <a:ext cx="26436000" cy="28449600"/>
          </a:xfrm>
          <a:prstGeom prst="rect">
            <a:avLst/>
          </a:prstGeom>
        </p:spPr>
        <p:txBody>
          <a:bodyPr anchorCtr="0" anchor="ctr" bIns="599900" lIns="599900" spcFirstLastPara="1" rIns="599900" wrap="square" tIns="599900">
            <a:normAutofit/>
          </a:bodyPr>
          <a:lstStyle>
            <a:lvl1pPr indent="-978599" lvl="0" marL="457200">
              <a:spcBef>
                <a:spcPts val="0"/>
              </a:spcBef>
              <a:spcAft>
                <a:spcPts val="0"/>
              </a:spcAft>
              <a:buSzPts val="11811"/>
              <a:buChar char="●"/>
              <a:defRPr sz="11811"/>
            </a:lvl1pPr>
            <a:lvl2pPr indent="-811933" lvl="1" marL="914400">
              <a:spcBef>
                <a:spcPts val="0"/>
              </a:spcBef>
              <a:spcAft>
                <a:spcPts val="0"/>
              </a:spcAft>
              <a:buSzPts val="9186"/>
              <a:buChar char="○"/>
              <a:defRPr sz="9186"/>
            </a:lvl2pPr>
            <a:lvl3pPr indent="-811933" lvl="2" marL="1371600">
              <a:spcBef>
                <a:spcPts val="0"/>
              </a:spcBef>
              <a:spcAft>
                <a:spcPts val="0"/>
              </a:spcAft>
              <a:buSzPts val="9186"/>
              <a:buChar char="■"/>
              <a:defRPr sz="9186"/>
            </a:lvl3pPr>
            <a:lvl4pPr indent="-811933" lvl="3" marL="1828800">
              <a:spcBef>
                <a:spcPts val="0"/>
              </a:spcBef>
              <a:spcAft>
                <a:spcPts val="0"/>
              </a:spcAft>
              <a:buSzPts val="9186"/>
              <a:buChar char="●"/>
              <a:defRPr sz="9186"/>
            </a:lvl4pPr>
            <a:lvl5pPr indent="-811933" lvl="4" marL="2286000">
              <a:spcBef>
                <a:spcPts val="0"/>
              </a:spcBef>
              <a:spcAft>
                <a:spcPts val="0"/>
              </a:spcAft>
              <a:buSzPts val="9186"/>
              <a:buChar char="○"/>
              <a:defRPr sz="9186"/>
            </a:lvl5pPr>
            <a:lvl6pPr indent="-811933" lvl="5" marL="2743200">
              <a:spcBef>
                <a:spcPts val="0"/>
              </a:spcBef>
              <a:spcAft>
                <a:spcPts val="0"/>
              </a:spcAft>
              <a:buSzPts val="9186"/>
              <a:buChar char="■"/>
              <a:defRPr sz="9186"/>
            </a:lvl6pPr>
            <a:lvl7pPr indent="-811933" lvl="6" marL="3200400">
              <a:spcBef>
                <a:spcPts val="0"/>
              </a:spcBef>
              <a:spcAft>
                <a:spcPts val="0"/>
              </a:spcAft>
              <a:buSzPts val="9186"/>
              <a:buChar char="●"/>
              <a:defRPr sz="9186"/>
            </a:lvl7pPr>
            <a:lvl8pPr indent="-811933" lvl="7" marL="3657600">
              <a:spcBef>
                <a:spcPts val="0"/>
              </a:spcBef>
              <a:spcAft>
                <a:spcPts val="0"/>
              </a:spcAft>
              <a:buSzPts val="9186"/>
              <a:buChar char="○"/>
              <a:defRPr sz="9186"/>
            </a:lvl8pPr>
            <a:lvl9pPr indent="-811933" lvl="8" marL="4114800">
              <a:spcBef>
                <a:spcPts val="0"/>
              </a:spcBef>
              <a:spcAft>
                <a:spcPts val="0"/>
              </a:spcAft>
              <a:buSzPts val="9186"/>
              <a:buChar char="■"/>
              <a:defRPr sz="9186"/>
            </a:lvl9pPr>
          </a:lstStyle>
          <a:p/>
        </p:txBody>
      </p:sp>
      <p:sp>
        <p:nvSpPr>
          <p:cNvPr id="40" name="Google Shape;40;p9"/>
          <p:cNvSpPr txBox="1"/>
          <p:nvPr>
            <p:ph idx="12" type="sldNum"/>
          </p:nvPr>
        </p:nvSpPr>
        <p:spPr>
          <a:xfrm>
            <a:off x="58373233" y="35902282"/>
            <a:ext cx="3780600" cy="3030600"/>
          </a:xfrm>
          <a:prstGeom prst="rect">
            <a:avLst/>
          </a:prstGeom>
        </p:spPr>
        <p:txBody>
          <a:bodyPr anchorCtr="0" anchor="ctr" bIns="599900" lIns="599900" spcFirstLastPara="1" rIns="599900" wrap="square" tIns="599900">
            <a:normAutofit/>
          </a:bodyPr>
          <a:lstStyle>
            <a:lvl1pPr lvl="0">
              <a:buNone/>
              <a:defRPr sz="6561"/>
            </a:lvl1pPr>
            <a:lvl2pPr lvl="1">
              <a:buNone/>
              <a:defRPr sz="6561"/>
            </a:lvl2pPr>
            <a:lvl3pPr lvl="2">
              <a:buNone/>
              <a:defRPr sz="6561"/>
            </a:lvl3pPr>
            <a:lvl4pPr lvl="3">
              <a:buNone/>
              <a:defRPr sz="6561"/>
            </a:lvl4pPr>
            <a:lvl5pPr lvl="4">
              <a:buNone/>
              <a:defRPr sz="6561"/>
            </a:lvl5pPr>
            <a:lvl6pPr lvl="5">
              <a:buNone/>
              <a:defRPr sz="6561"/>
            </a:lvl6pPr>
            <a:lvl7pPr lvl="6">
              <a:buNone/>
              <a:defRPr sz="6561"/>
            </a:lvl7pPr>
            <a:lvl8pPr lvl="7">
              <a:buNone/>
              <a:defRPr sz="6561"/>
            </a:lvl8pPr>
            <a:lvl9pPr lvl="8">
              <a:buNone/>
              <a:defRPr sz="6561"/>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147539" y="32571356"/>
            <a:ext cx="41330400" cy="4658400"/>
          </a:xfrm>
          <a:prstGeom prst="rect">
            <a:avLst/>
          </a:prstGeom>
        </p:spPr>
        <p:txBody>
          <a:bodyPr anchorCtr="0" anchor="ctr" bIns="599900" lIns="599900" spcFirstLastPara="1" rIns="599900" wrap="square" tIns="599900">
            <a:normAutofit/>
          </a:bodyPr>
          <a:lstStyle>
            <a:lvl1pPr indent="-228600" lvl="0" marL="457200">
              <a:lnSpc>
                <a:spcPct val="100000"/>
              </a:lnSpc>
              <a:spcBef>
                <a:spcPts val="0"/>
              </a:spcBef>
              <a:spcAft>
                <a:spcPts val="0"/>
              </a:spcAft>
              <a:buSzPts val="11811"/>
              <a:buNone/>
              <a:defRPr sz="11811"/>
            </a:lvl1pPr>
          </a:lstStyle>
          <a:p/>
        </p:txBody>
      </p:sp>
      <p:sp>
        <p:nvSpPr>
          <p:cNvPr id="43" name="Google Shape;43;p10"/>
          <p:cNvSpPr txBox="1"/>
          <p:nvPr>
            <p:ph idx="12" type="sldNum"/>
          </p:nvPr>
        </p:nvSpPr>
        <p:spPr>
          <a:xfrm>
            <a:off x="58373233" y="35902282"/>
            <a:ext cx="3780600" cy="3030600"/>
          </a:xfrm>
          <a:prstGeom prst="rect">
            <a:avLst/>
          </a:prstGeom>
        </p:spPr>
        <p:txBody>
          <a:bodyPr anchorCtr="0" anchor="ctr" bIns="599900" lIns="599900" spcFirstLastPara="1" rIns="599900" wrap="square" tIns="599900">
            <a:normAutofit/>
          </a:bodyPr>
          <a:lstStyle>
            <a:lvl1pPr lvl="0">
              <a:buNone/>
              <a:defRPr sz="6561"/>
            </a:lvl1pPr>
            <a:lvl2pPr lvl="1">
              <a:buNone/>
              <a:defRPr sz="6561"/>
            </a:lvl2pPr>
            <a:lvl3pPr lvl="2">
              <a:buNone/>
              <a:defRPr sz="6561"/>
            </a:lvl3pPr>
            <a:lvl4pPr lvl="3">
              <a:buNone/>
              <a:defRPr sz="6561"/>
            </a:lvl4pPr>
            <a:lvl5pPr lvl="4">
              <a:buNone/>
              <a:defRPr sz="6561"/>
            </a:lvl5pPr>
            <a:lvl6pPr lvl="5">
              <a:buNone/>
              <a:defRPr sz="6561"/>
            </a:lvl6pPr>
            <a:lvl7pPr lvl="6">
              <a:buNone/>
              <a:defRPr sz="6561"/>
            </a:lvl7pPr>
            <a:lvl8pPr lvl="7">
              <a:buNone/>
              <a:defRPr sz="6561"/>
            </a:lvl8pPr>
            <a:lvl9pPr lvl="8">
              <a:buNone/>
              <a:defRPr sz="6561"/>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147539" y="8516098"/>
            <a:ext cx="58704900" cy="15116700"/>
          </a:xfrm>
          <a:prstGeom prst="rect">
            <a:avLst/>
          </a:prstGeom>
        </p:spPr>
        <p:txBody>
          <a:bodyPr anchorCtr="0" anchor="b" bIns="599900" lIns="599900" spcFirstLastPara="1" rIns="599900" wrap="square" tIns="599900">
            <a:normAutofit/>
          </a:bodyPr>
          <a:lstStyle>
            <a:lvl1pPr lvl="0" algn="ctr">
              <a:spcBef>
                <a:spcPts val="0"/>
              </a:spcBef>
              <a:spcAft>
                <a:spcPts val="0"/>
              </a:spcAft>
              <a:buSzPts val="78740"/>
              <a:buNone/>
              <a:defRPr sz="78740"/>
            </a:lvl1pPr>
            <a:lvl2pPr lvl="1" algn="ctr">
              <a:spcBef>
                <a:spcPts val="0"/>
              </a:spcBef>
              <a:spcAft>
                <a:spcPts val="0"/>
              </a:spcAft>
              <a:buSzPts val="78740"/>
              <a:buNone/>
              <a:defRPr sz="78740"/>
            </a:lvl2pPr>
            <a:lvl3pPr lvl="2" algn="ctr">
              <a:spcBef>
                <a:spcPts val="0"/>
              </a:spcBef>
              <a:spcAft>
                <a:spcPts val="0"/>
              </a:spcAft>
              <a:buSzPts val="78740"/>
              <a:buNone/>
              <a:defRPr sz="78740"/>
            </a:lvl3pPr>
            <a:lvl4pPr lvl="3" algn="ctr">
              <a:spcBef>
                <a:spcPts val="0"/>
              </a:spcBef>
              <a:spcAft>
                <a:spcPts val="0"/>
              </a:spcAft>
              <a:buSzPts val="78740"/>
              <a:buNone/>
              <a:defRPr sz="78740"/>
            </a:lvl4pPr>
            <a:lvl5pPr lvl="4" algn="ctr">
              <a:spcBef>
                <a:spcPts val="0"/>
              </a:spcBef>
              <a:spcAft>
                <a:spcPts val="0"/>
              </a:spcAft>
              <a:buSzPts val="78740"/>
              <a:buNone/>
              <a:defRPr sz="78740"/>
            </a:lvl5pPr>
            <a:lvl6pPr lvl="5" algn="ctr">
              <a:spcBef>
                <a:spcPts val="0"/>
              </a:spcBef>
              <a:spcAft>
                <a:spcPts val="0"/>
              </a:spcAft>
              <a:buSzPts val="78740"/>
              <a:buNone/>
              <a:defRPr sz="78740"/>
            </a:lvl6pPr>
            <a:lvl7pPr lvl="6" algn="ctr">
              <a:spcBef>
                <a:spcPts val="0"/>
              </a:spcBef>
              <a:spcAft>
                <a:spcPts val="0"/>
              </a:spcAft>
              <a:buSzPts val="78740"/>
              <a:buNone/>
              <a:defRPr sz="78740"/>
            </a:lvl7pPr>
            <a:lvl8pPr lvl="7" algn="ctr">
              <a:spcBef>
                <a:spcPts val="0"/>
              </a:spcBef>
              <a:spcAft>
                <a:spcPts val="0"/>
              </a:spcAft>
              <a:buSzPts val="78740"/>
              <a:buNone/>
              <a:defRPr sz="78740"/>
            </a:lvl8pPr>
            <a:lvl9pPr lvl="8" algn="ctr">
              <a:spcBef>
                <a:spcPts val="0"/>
              </a:spcBef>
              <a:spcAft>
                <a:spcPts val="0"/>
              </a:spcAft>
              <a:buSzPts val="78740"/>
              <a:buNone/>
              <a:defRPr sz="78740"/>
            </a:lvl9pPr>
          </a:lstStyle>
          <a:p>
            <a:r>
              <a:t>xx%</a:t>
            </a:r>
          </a:p>
        </p:txBody>
      </p:sp>
      <p:sp>
        <p:nvSpPr>
          <p:cNvPr id="46" name="Google Shape;46;p11"/>
          <p:cNvSpPr txBox="1"/>
          <p:nvPr>
            <p:ph idx="1" type="body"/>
          </p:nvPr>
        </p:nvSpPr>
        <p:spPr>
          <a:xfrm>
            <a:off x="2147539" y="24269099"/>
            <a:ext cx="58704900" cy="10015500"/>
          </a:xfrm>
          <a:prstGeom prst="rect">
            <a:avLst/>
          </a:prstGeom>
        </p:spPr>
        <p:txBody>
          <a:bodyPr anchorCtr="0" anchor="t" bIns="599900" lIns="599900" spcFirstLastPara="1" rIns="599900" wrap="square" tIns="599900">
            <a:normAutofit/>
          </a:bodyPr>
          <a:lstStyle>
            <a:lvl1pPr indent="-978599" lvl="0" marL="457200" algn="ctr">
              <a:spcBef>
                <a:spcPts val="0"/>
              </a:spcBef>
              <a:spcAft>
                <a:spcPts val="0"/>
              </a:spcAft>
              <a:buSzPts val="11811"/>
              <a:buChar char="●"/>
              <a:defRPr sz="11811"/>
            </a:lvl1pPr>
            <a:lvl2pPr indent="-811933" lvl="1" marL="914400" algn="ctr">
              <a:spcBef>
                <a:spcPts val="0"/>
              </a:spcBef>
              <a:spcAft>
                <a:spcPts val="0"/>
              </a:spcAft>
              <a:buSzPts val="9186"/>
              <a:buChar char="○"/>
              <a:defRPr sz="9186"/>
            </a:lvl2pPr>
            <a:lvl3pPr indent="-811933" lvl="2" marL="1371600" algn="ctr">
              <a:spcBef>
                <a:spcPts val="0"/>
              </a:spcBef>
              <a:spcAft>
                <a:spcPts val="0"/>
              </a:spcAft>
              <a:buSzPts val="9186"/>
              <a:buChar char="■"/>
              <a:defRPr sz="9186"/>
            </a:lvl3pPr>
            <a:lvl4pPr indent="-811933" lvl="3" marL="1828800" algn="ctr">
              <a:spcBef>
                <a:spcPts val="0"/>
              </a:spcBef>
              <a:spcAft>
                <a:spcPts val="0"/>
              </a:spcAft>
              <a:buSzPts val="9186"/>
              <a:buChar char="●"/>
              <a:defRPr sz="9186"/>
            </a:lvl4pPr>
            <a:lvl5pPr indent="-811933" lvl="4" marL="2286000" algn="ctr">
              <a:spcBef>
                <a:spcPts val="0"/>
              </a:spcBef>
              <a:spcAft>
                <a:spcPts val="0"/>
              </a:spcAft>
              <a:buSzPts val="9186"/>
              <a:buChar char="○"/>
              <a:defRPr sz="9186"/>
            </a:lvl5pPr>
            <a:lvl6pPr indent="-811933" lvl="5" marL="2743200" algn="ctr">
              <a:spcBef>
                <a:spcPts val="0"/>
              </a:spcBef>
              <a:spcAft>
                <a:spcPts val="0"/>
              </a:spcAft>
              <a:buSzPts val="9186"/>
              <a:buChar char="■"/>
              <a:defRPr sz="9186"/>
            </a:lvl6pPr>
            <a:lvl7pPr indent="-811933" lvl="6" marL="3200400" algn="ctr">
              <a:spcBef>
                <a:spcPts val="0"/>
              </a:spcBef>
              <a:spcAft>
                <a:spcPts val="0"/>
              </a:spcAft>
              <a:buSzPts val="9186"/>
              <a:buChar char="●"/>
              <a:defRPr sz="9186"/>
            </a:lvl7pPr>
            <a:lvl8pPr indent="-811933" lvl="7" marL="3657600" algn="ctr">
              <a:spcBef>
                <a:spcPts val="0"/>
              </a:spcBef>
              <a:spcAft>
                <a:spcPts val="0"/>
              </a:spcAft>
              <a:buSzPts val="9186"/>
              <a:buChar char="○"/>
              <a:defRPr sz="9186"/>
            </a:lvl8pPr>
            <a:lvl9pPr indent="-811933" lvl="8" marL="4114800" algn="ctr">
              <a:spcBef>
                <a:spcPts val="0"/>
              </a:spcBef>
              <a:spcAft>
                <a:spcPts val="0"/>
              </a:spcAft>
              <a:buSzPts val="9186"/>
              <a:buChar char="■"/>
              <a:defRPr sz="9186"/>
            </a:lvl9pPr>
          </a:lstStyle>
          <a:p/>
        </p:txBody>
      </p:sp>
      <p:sp>
        <p:nvSpPr>
          <p:cNvPr id="47" name="Google Shape;47;p11"/>
          <p:cNvSpPr txBox="1"/>
          <p:nvPr>
            <p:ph idx="12" type="sldNum"/>
          </p:nvPr>
        </p:nvSpPr>
        <p:spPr>
          <a:xfrm>
            <a:off x="58373233" y="35902282"/>
            <a:ext cx="3780600" cy="3030600"/>
          </a:xfrm>
          <a:prstGeom prst="rect">
            <a:avLst/>
          </a:prstGeom>
        </p:spPr>
        <p:txBody>
          <a:bodyPr anchorCtr="0" anchor="ctr" bIns="599900" lIns="599900" spcFirstLastPara="1" rIns="599900" wrap="square" tIns="599900">
            <a:normAutofit/>
          </a:bodyPr>
          <a:lstStyle>
            <a:lvl1pPr lvl="0">
              <a:buNone/>
              <a:defRPr sz="6561"/>
            </a:lvl1pPr>
            <a:lvl2pPr lvl="1">
              <a:buNone/>
              <a:defRPr sz="6561"/>
            </a:lvl2pPr>
            <a:lvl3pPr lvl="2">
              <a:buNone/>
              <a:defRPr sz="6561"/>
            </a:lvl3pPr>
            <a:lvl4pPr lvl="3">
              <a:buNone/>
              <a:defRPr sz="6561"/>
            </a:lvl4pPr>
            <a:lvl5pPr lvl="4">
              <a:buNone/>
              <a:defRPr sz="6561"/>
            </a:lvl5pPr>
            <a:lvl6pPr lvl="5">
              <a:buNone/>
              <a:defRPr sz="6561"/>
            </a:lvl6pPr>
            <a:lvl7pPr lvl="6">
              <a:buNone/>
              <a:defRPr sz="6561"/>
            </a:lvl7pPr>
            <a:lvl8pPr lvl="7">
              <a:buNone/>
              <a:defRPr sz="6561"/>
            </a:lvl8pPr>
            <a:lvl9pPr lvl="8">
              <a:buNone/>
              <a:defRPr sz="6561"/>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58373233" y="35902282"/>
            <a:ext cx="3780600" cy="3030600"/>
          </a:xfrm>
          <a:prstGeom prst="rect">
            <a:avLst/>
          </a:prstGeom>
        </p:spPr>
        <p:txBody>
          <a:bodyPr anchorCtr="0" anchor="ctr" bIns="599900" lIns="599900" spcFirstLastPara="1" rIns="599900" wrap="square" tIns="599900">
            <a:normAutofit/>
          </a:bodyPr>
          <a:lstStyle>
            <a:lvl1pPr lvl="0">
              <a:buNone/>
              <a:defRPr sz="6561"/>
            </a:lvl1pPr>
            <a:lvl2pPr lvl="1">
              <a:buNone/>
              <a:defRPr sz="6561"/>
            </a:lvl2pPr>
            <a:lvl3pPr lvl="2">
              <a:buNone/>
              <a:defRPr sz="6561"/>
            </a:lvl3pPr>
            <a:lvl4pPr lvl="3">
              <a:buNone/>
              <a:defRPr sz="6561"/>
            </a:lvl4pPr>
            <a:lvl5pPr lvl="4">
              <a:buNone/>
              <a:defRPr sz="6561"/>
            </a:lvl5pPr>
            <a:lvl6pPr lvl="5">
              <a:buNone/>
              <a:defRPr sz="6561"/>
            </a:lvl6pPr>
            <a:lvl7pPr lvl="6">
              <a:buNone/>
              <a:defRPr sz="6561"/>
            </a:lvl7pPr>
            <a:lvl8pPr lvl="7">
              <a:buNone/>
              <a:defRPr sz="6561"/>
            </a:lvl8pPr>
            <a:lvl9pPr lvl="8">
              <a:buNone/>
              <a:defRPr sz="6561"/>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147539" y="3426264"/>
            <a:ext cx="58704900" cy="4409100"/>
          </a:xfrm>
          <a:prstGeom prst="rect">
            <a:avLst/>
          </a:prstGeom>
          <a:noFill/>
          <a:ln>
            <a:noFill/>
          </a:ln>
        </p:spPr>
        <p:txBody>
          <a:bodyPr anchorCtr="0" anchor="t" bIns="599900" lIns="599900" spcFirstLastPara="1" rIns="599900" wrap="square" tIns="599900">
            <a:normAutofit/>
          </a:bodyPr>
          <a:lstStyle>
            <a:lvl1pPr lvl="0">
              <a:spcBef>
                <a:spcPts val="0"/>
              </a:spcBef>
              <a:spcAft>
                <a:spcPts val="0"/>
              </a:spcAft>
              <a:buClr>
                <a:schemeClr val="dk1"/>
              </a:buClr>
              <a:buSzPts val="18373"/>
              <a:buNone/>
              <a:defRPr sz="18372">
                <a:solidFill>
                  <a:schemeClr val="dk1"/>
                </a:solidFill>
              </a:defRPr>
            </a:lvl1pPr>
            <a:lvl2pPr lvl="1">
              <a:spcBef>
                <a:spcPts val="0"/>
              </a:spcBef>
              <a:spcAft>
                <a:spcPts val="0"/>
              </a:spcAft>
              <a:buClr>
                <a:schemeClr val="dk1"/>
              </a:buClr>
              <a:buSzPts val="18373"/>
              <a:buNone/>
              <a:defRPr sz="18372">
                <a:solidFill>
                  <a:schemeClr val="dk1"/>
                </a:solidFill>
              </a:defRPr>
            </a:lvl2pPr>
            <a:lvl3pPr lvl="2">
              <a:spcBef>
                <a:spcPts val="0"/>
              </a:spcBef>
              <a:spcAft>
                <a:spcPts val="0"/>
              </a:spcAft>
              <a:buClr>
                <a:schemeClr val="dk1"/>
              </a:buClr>
              <a:buSzPts val="18373"/>
              <a:buNone/>
              <a:defRPr sz="18372">
                <a:solidFill>
                  <a:schemeClr val="dk1"/>
                </a:solidFill>
              </a:defRPr>
            </a:lvl3pPr>
            <a:lvl4pPr lvl="3">
              <a:spcBef>
                <a:spcPts val="0"/>
              </a:spcBef>
              <a:spcAft>
                <a:spcPts val="0"/>
              </a:spcAft>
              <a:buClr>
                <a:schemeClr val="dk1"/>
              </a:buClr>
              <a:buSzPts val="18373"/>
              <a:buNone/>
              <a:defRPr sz="18372">
                <a:solidFill>
                  <a:schemeClr val="dk1"/>
                </a:solidFill>
              </a:defRPr>
            </a:lvl4pPr>
            <a:lvl5pPr lvl="4">
              <a:spcBef>
                <a:spcPts val="0"/>
              </a:spcBef>
              <a:spcAft>
                <a:spcPts val="0"/>
              </a:spcAft>
              <a:buClr>
                <a:schemeClr val="dk1"/>
              </a:buClr>
              <a:buSzPts val="18373"/>
              <a:buNone/>
              <a:defRPr sz="18372">
                <a:solidFill>
                  <a:schemeClr val="dk1"/>
                </a:solidFill>
              </a:defRPr>
            </a:lvl5pPr>
            <a:lvl6pPr lvl="5">
              <a:spcBef>
                <a:spcPts val="0"/>
              </a:spcBef>
              <a:spcAft>
                <a:spcPts val="0"/>
              </a:spcAft>
              <a:buClr>
                <a:schemeClr val="dk1"/>
              </a:buClr>
              <a:buSzPts val="18373"/>
              <a:buNone/>
              <a:defRPr sz="18372">
                <a:solidFill>
                  <a:schemeClr val="dk1"/>
                </a:solidFill>
              </a:defRPr>
            </a:lvl6pPr>
            <a:lvl7pPr lvl="6">
              <a:spcBef>
                <a:spcPts val="0"/>
              </a:spcBef>
              <a:spcAft>
                <a:spcPts val="0"/>
              </a:spcAft>
              <a:buClr>
                <a:schemeClr val="dk1"/>
              </a:buClr>
              <a:buSzPts val="18373"/>
              <a:buNone/>
              <a:defRPr sz="18372">
                <a:solidFill>
                  <a:schemeClr val="dk1"/>
                </a:solidFill>
              </a:defRPr>
            </a:lvl7pPr>
            <a:lvl8pPr lvl="7">
              <a:spcBef>
                <a:spcPts val="0"/>
              </a:spcBef>
              <a:spcAft>
                <a:spcPts val="0"/>
              </a:spcAft>
              <a:buClr>
                <a:schemeClr val="dk1"/>
              </a:buClr>
              <a:buSzPts val="18373"/>
              <a:buNone/>
              <a:defRPr sz="18372">
                <a:solidFill>
                  <a:schemeClr val="dk1"/>
                </a:solidFill>
              </a:defRPr>
            </a:lvl8pPr>
            <a:lvl9pPr lvl="8">
              <a:spcBef>
                <a:spcPts val="0"/>
              </a:spcBef>
              <a:spcAft>
                <a:spcPts val="0"/>
              </a:spcAft>
              <a:buClr>
                <a:schemeClr val="dk1"/>
              </a:buClr>
              <a:buSzPts val="18373"/>
              <a:buNone/>
              <a:defRPr sz="18372">
                <a:solidFill>
                  <a:schemeClr val="dk1"/>
                </a:solidFill>
              </a:defRPr>
            </a:lvl9pPr>
          </a:lstStyle>
          <a:p/>
        </p:txBody>
      </p:sp>
      <p:sp>
        <p:nvSpPr>
          <p:cNvPr id="7" name="Google Shape;7;p1"/>
          <p:cNvSpPr txBox="1"/>
          <p:nvPr>
            <p:ph idx="1" type="body"/>
          </p:nvPr>
        </p:nvSpPr>
        <p:spPr>
          <a:xfrm>
            <a:off x="2147539" y="8872948"/>
            <a:ext cx="58704900" cy="26302200"/>
          </a:xfrm>
          <a:prstGeom prst="rect">
            <a:avLst/>
          </a:prstGeom>
          <a:noFill/>
          <a:ln>
            <a:noFill/>
          </a:ln>
        </p:spPr>
        <p:txBody>
          <a:bodyPr anchorCtr="0" anchor="t" bIns="599900" lIns="599900" spcFirstLastPara="1" rIns="599900" wrap="square" tIns="599900">
            <a:normAutofit/>
          </a:bodyPr>
          <a:lstStyle>
            <a:lvl1pPr indent="-978599" lvl="0" marL="457200">
              <a:lnSpc>
                <a:spcPct val="115000"/>
              </a:lnSpc>
              <a:spcBef>
                <a:spcPts val="0"/>
              </a:spcBef>
              <a:spcAft>
                <a:spcPts val="0"/>
              </a:spcAft>
              <a:buClr>
                <a:schemeClr val="dk2"/>
              </a:buClr>
              <a:buSzPts val="11811"/>
              <a:buChar char="●"/>
              <a:defRPr sz="11811">
                <a:solidFill>
                  <a:schemeClr val="dk2"/>
                </a:solidFill>
              </a:defRPr>
            </a:lvl1pPr>
            <a:lvl2pPr indent="-811933" lvl="1" marL="914400">
              <a:lnSpc>
                <a:spcPct val="115000"/>
              </a:lnSpc>
              <a:spcBef>
                <a:spcPts val="0"/>
              </a:spcBef>
              <a:spcAft>
                <a:spcPts val="0"/>
              </a:spcAft>
              <a:buClr>
                <a:schemeClr val="dk2"/>
              </a:buClr>
              <a:buSzPts val="9186"/>
              <a:buChar char="○"/>
              <a:defRPr sz="9186">
                <a:solidFill>
                  <a:schemeClr val="dk2"/>
                </a:solidFill>
              </a:defRPr>
            </a:lvl2pPr>
            <a:lvl3pPr indent="-811933" lvl="2" marL="1371600">
              <a:lnSpc>
                <a:spcPct val="115000"/>
              </a:lnSpc>
              <a:spcBef>
                <a:spcPts val="0"/>
              </a:spcBef>
              <a:spcAft>
                <a:spcPts val="0"/>
              </a:spcAft>
              <a:buClr>
                <a:schemeClr val="dk2"/>
              </a:buClr>
              <a:buSzPts val="9186"/>
              <a:buChar char="■"/>
              <a:defRPr sz="9186">
                <a:solidFill>
                  <a:schemeClr val="dk2"/>
                </a:solidFill>
              </a:defRPr>
            </a:lvl3pPr>
            <a:lvl4pPr indent="-811933" lvl="3" marL="1828800">
              <a:lnSpc>
                <a:spcPct val="115000"/>
              </a:lnSpc>
              <a:spcBef>
                <a:spcPts val="0"/>
              </a:spcBef>
              <a:spcAft>
                <a:spcPts val="0"/>
              </a:spcAft>
              <a:buClr>
                <a:schemeClr val="dk2"/>
              </a:buClr>
              <a:buSzPts val="9186"/>
              <a:buChar char="●"/>
              <a:defRPr sz="9186">
                <a:solidFill>
                  <a:schemeClr val="dk2"/>
                </a:solidFill>
              </a:defRPr>
            </a:lvl4pPr>
            <a:lvl5pPr indent="-811933" lvl="4" marL="2286000">
              <a:lnSpc>
                <a:spcPct val="115000"/>
              </a:lnSpc>
              <a:spcBef>
                <a:spcPts val="0"/>
              </a:spcBef>
              <a:spcAft>
                <a:spcPts val="0"/>
              </a:spcAft>
              <a:buClr>
                <a:schemeClr val="dk2"/>
              </a:buClr>
              <a:buSzPts val="9186"/>
              <a:buChar char="○"/>
              <a:defRPr sz="9186">
                <a:solidFill>
                  <a:schemeClr val="dk2"/>
                </a:solidFill>
              </a:defRPr>
            </a:lvl5pPr>
            <a:lvl6pPr indent="-811933" lvl="5" marL="2743200">
              <a:lnSpc>
                <a:spcPct val="115000"/>
              </a:lnSpc>
              <a:spcBef>
                <a:spcPts val="0"/>
              </a:spcBef>
              <a:spcAft>
                <a:spcPts val="0"/>
              </a:spcAft>
              <a:buClr>
                <a:schemeClr val="dk2"/>
              </a:buClr>
              <a:buSzPts val="9186"/>
              <a:buChar char="■"/>
              <a:defRPr sz="9186">
                <a:solidFill>
                  <a:schemeClr val="dk2"/>
                </a:solidFill>
              </a:defRPr>
            </a:lvl6pPr>
            <a:lvl7pPr indent="-811933" lvl="6" marL="3200400">
              <a:lnSpc>
                <a:spcPct val="115000"/>
              </a:lnSpc>
              <a:spcBef>
                <a:spcPts val="0"/>
              </a:spcBef>
              <a:spcAft>
                <a:spcPts val="0"/>
              </a:spcAft>
              <a:buClr>
                <a:schemeClr val="dk2"/>
              </a:buClr>
              <a:buSzPts val="9186"/>
              <a:buChar char="●"/>
              <a:defRPr sz="9186">
                <a:solidFill>
                  <a:schemeClr val="dk2"/>
                </a:solidFill>
              </a:defRPr>
            </a:lvl7pPr>
            <a:lvl8pPr indent="-811933" lvl="7" marL="3657600">
              <a:lnSpc>
                <a:spcPct val="115000"/>
              </a:lnSpc>
              <a:spcBef>
                <a:spcPts val="0"/>
              </a:spcBef>
              <a:spcAft>
                <a:spcPts val="0"/>
              </a:spcAft>
              <a:buClr>
                <a:schemeClr val="dk2"/>
              </a:buClr>
              <a:buSzPts val="9186"/>
              <a:buChar char="○"/>
              <a:defRPr sz="9186">
                <a:solidFill>
                  <a:schemeClr val="dk2"/>
                </a:solidFill>
              </a:defRPr>
            </a:lvl8pPr>
            <a:lvl9pPr indent="-811933" lvl="8" marL="4114800">
              <a:lnSpc>
                <a:spcPct val="115000"/>
              </a:lnSpc>
              <a:spcBef>
                <a:spcPts val="0"/>
              </a:spcBef>
              <a:spcAft>
                <a:spcPts val="0"/>
              </a:spcAft>
              <a:buClr>
                <a:schemeClr val="dk2"/>
              </a:buClr>
              <a:buSzPts val="9186"/>
              <a:buChar char="■"/>
              <a:defRPr sz="9186">
                <a:solidFill>
                  <a:schemeClr val="dk2"/>
                </a:solidFill>
              </a:defRPr>
            </a:lvl9pPr>
          </a:lstStyle>
          <a:p/>
        </p:txBody>
      </p:sp>
      <p:sp>
        <p:nvSpPr>
          <p:cNvPr id="8" name="Google Shape;8;p1"/>
          <p:cNvSpPr txBox="1"/>
          <p:nvPr>
            <p:ph idx="12" type="sldNum"/>
          </p:nvPr>
        </p:nvSpPr>
        <p:spPr>
          <a:xfrm>
            <a:off x="58373233" y="35902282"/>
            <a:ext cx="3780600" cy="3030600"/>
          </a:xfrm>
          <a:prstGeom prst="rect">
            <a:avLst/>
          </a:prstGeom>
          <a:noFill/>
          <a:ln>
            <a:noFill/>
          </a:ln>
        </p:spPr>
        <p:txBody>
          <a:bodyPr anchorCtr="0" anchor="ctr" bIns="599900" lIns="599900" spcFirstLastPara="1" rIns="599900" wrap="square" tIns="599900">
            <a:normAutofit/>
          </a:bodyPr>
          <a:lstStyle>
            <a:lvl1pPr lvl="0" algn="r">
              <a:buNone/>
              <a:defRPr sz="6561">
                <a:solidFill>
                  <a:schemeClr val="dk2"/>
                </a:solidFill>
              </a:defRPr>
            </a:lvl1pPr>
            <a:lvl2pPr lvl="1" algn="r">
              <a:buNone/>
              <a:defRPr sz="6561">
                <a:solidFill>
                  <a:schemeClr val="dk2"/>
                </a:solidFill>
              </a:defRPr>
            </a:lvl2pPr>
            <a:lvl3pPr lvl="2" algn="r">
              <a:buNone/>
              <a:defRPr sz="6561">
                <a:solidFill>
                  <a:schemeClr val="dk2"/>
                </a:solidFill>
              </a:defRPr>
            </a:lvl3pPr>
            <a:lvl4pPr lvl="3" algn="r">
              <a:buNone/>
              <a:defRPr sz="6561">
                <a:solidFill>
                  <a:schemeClr val="dk2"/>
                </a:solidFill>
              </a:defRPr>
            </a:lvl4pPr>
            <a:lvl5pPr lvl="4" algn="r">
              <a:buNone/>
              <a:defRPr sz="6561">
                <a:solidFill>
                  <a:schemeClr val="dk2"/>
                </a:solidFill>
              </a:defRPr>
            </a:lvl5pPr>
            <a:lvl6pPr lvl="5" algn="r">
              <a:buNone/>
              <a:defRPr sz="6561">
                <a:solidFill>
                  <a:schemeClr val="dk2"/>
                </a:solidFill>
              </a:defRPr>
            </a:lvl6pPr>
            <a:lvl7pPr lvl="6" algn="r">
              <a:buNone/>
              <a:defRPr sz="6561">
                <a:solidFill>
                  <a:schemeClr val="dk2"/>
                </a:solidFill>
              </a:defRPr>
            </a:lvl7pPr>
            <a:lvl8pPr lvl="7" algn="r">
              <a:buNone/>
              <a:defRPr sz="6561">
                <a:solidFill>
                  <a:schemeClr val="dk2"/>
                </a:solidFill>
              </a:defRPr>
            </a:lvl8pPr>
            <a:lvl9pPr lvl="8" algn="r">
              <a:buNone/>
              <a:defRPr sz="6561">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p:nvPr/>
        </p:nvSpPr>
        <p:spPr>
          <a:xfrm>
            <a:off x="0" y="0"/>
            <a:ext cx="63000000" cy="6639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i="1" sz="96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None/>
            </a:pPr>
            <a:r>
              <a:t/>
            </a:r>
            <a:endParaRPr sz="7200">
              <a:solidFill>
                <a:schemeClr val="dk1"/>
              </a:solidFill>
              <a:latin typeface="Times New Roman"/>
              <a:ea typeface="Times New Roman"/>
              <a:cs typeface="Times New Roman"/>
              <a:sym typeface="Times New Roman"/>
            </a:endParaRPr>
          </a:p>
        </p:txBody>
      </p:sp>
      <p:sp>
        <p:nvSpPr>
          <p:cNvPr id="55" name="Google Shape;55;p13"/>
          <p:cNvSpPr txBox="1"/>
          <p:nvPr/>
        </p:nvSpPr>
        <p:spPr>
          <a:xfrm>
            <a:off x="-76000" y="770756"/>
            <a:ext cx="63000000" cy="6384600"/>
          </a:xfrm>
          <a:prstGeom prst="rect">
            <a:avLst/>
          </a:prstGeom>
          <a:noFill/>
          <a:ln>
            <a:noFill/>
          </a:ln>
        </p:spPr>
        <p:txBody>
          <a:bodyPr anchorCtr="0" anchor="t" bIns="91425" lIns="91425" spcFirstLastPara="1" rIns="91425" wrap="square" tIns="91425">
            <a:noAutofit/>
          </a:bodyPr>
          <a:lstStyle/>
          <a:p>
            <a:pPr indent="457200" lvl="0" marL="457200" rtl="0" algn="l">
              <a:spcBef>
                <a:spcPts val="0"/>
              </a:spcBef>
              <a:spcAft>
                <a:spcPts val="0"/>
              </a:spcAft>
              <a:buClr>
                <a:schemeClr val="dk1"/>
              </a:buClr>
              <a:buSzPts val="1100"/>
              <a:buFont typeface="Arial"/>
              <a:buNone/>
            </a:pPr>
            <a:r>
              <a:rPr b="1" i="1" lang="en" sz="9600">
                <a:solidFill>
                  <a:schemeClr val="dk1"/>
                </a:solidFill>
                <a:latin typeface="Times New Roman"/>
                <a:ea typeface="Times New Roman"/>
                <a:cs typeface="Times New Roman"/>
                <a:sym typeface="Times New Roman"/>
              </a:rPr>
              <a:t>Decoding Whisker Motion Energy from Neuronal Activity Across the Brain</a:t>
            </a:r>
            <a:endParaRPr b="1" i="1" sz="96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1100"/>
              <a:buFont typeface="Arial"/>
              <a:buNone/>
            </a:pPr>
            <a:r>
              <a:rPr i="1" lang="en" sz="7200">
                <a:solidFill>
                  <a:schemeClr val="dk1"/>
                </a:solidFill>
                <a:latin typeface="Times New Roman"/>
                <a:ea typeface="Times New Roman"/>
                <a:cs typeface="Times New Roman"/>
                <a:sym typeface="Times New Roman"/>
              </a:rPr>
              <a:t>Y. LIAO</a:t>
            </a:r>
            <a:r>
              <a:rPr baseline="30000" i="1" lang="en" sz="7200">
                <a:solidFill>
                  <a:schemeClr val="dk1"/>
                </a:solidFill>
                <a:latin typeface="Times New Roman"/>
                <a:ea typeface="Times New Roman"/>
                <a:cs typeface="Times New Roman"/>
                <a:sym typeface="Times New Roman"/>
              </a:rPr>
              <a:t>1</a:t>
            </a:r>
            <a:r>
              <a:rPr i="1" lang="en" sz="7200">
                <a:solidFill>
                  <a:schemeClr val="dk1"/>
                </a:solidFill>
                <a:latin typeface="Times New Roman"/>
                <a:ea typeface="Times New Roman"/>
                <a:cs typeface="Times New Roman"/>
                <a:sym typeface="Times New Roman"/>
              </a:rPr>
              <a:t>, J. GONZALEZ</a:t>
            </a:r>
            <a:r>
              <a:rPr baseline="30000" i="1" lang="en" sz="7200">
                <a:solidFill>
                  <a:schemeClr val="dk1"/>
                </a:solidFill>
                <a:latin typeface="Times New Roman"/>
                <a:ea typeface="Times New Roman"/>
                <a:cs typeface="Times New Roman"/>
                <a:sym typeface="Times New Roman"/>
              </a:rPr>
              <a:t>2</a:t>
            </a:r>
            <a:r>
              <a:rPr i="1" lang="en" sz="7200">
                <a:solidFill>
                  <a:schemeClr val="dk1"/>
                </a:solidFill>
                <a:latin typeface="Times New Roman"/>
                <a:ea typeface="Times New Roman"/>
                <a:cs typeface="Times New Roman"/>
                <a:sym typeface="Times New Roman"/>
              </a:rPr>
              <a:t> (presenting author), Z. S. CHEN</a:t>
            </a:r>
            <a:r>
              <a:rPr baseline="30000" i="1" lang="en" sz="7200">
                <a:solidFill>
                  <a:schemeClr val="dk1"/>
                </a:solidFill>
                <a:latin typeface="Times New Roman"/>
                <a:ea typeface="Times New Roman"/>
                <a:cs typeface="Times New Roman"/>
                <a:sym typeface="Times New Roman"/>
              </a:rPr>
              <a:t>3</a:t>
            </a:r>
            <a:endParaRPr baseline="30000" i="1" sz="72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1100"/>
              <a:buFont typeface="Arial"/>
              <a:buNone/>
            </a:pPr>
            <a:r>
              <a:rPr baseline="30000" lang="en" sz="7200">
                <a:solidFill>
                  <a:schemeClr val="dk1"/>
                </a:solidFill>
                <a:latin typeface="Times New Roman"/>
                <a:ea typeface="Times New Roman"/>
                <a:cs typeface="Times New Roman"/>
                <a:sym typeface="Times New Roman"/>
              </a:rPr>
              <a:t>1</a:t>
            </a:r>
            <a:r>
              <a:rPr lang="en" sz="7200">
                <a:solidFill>
                  <a:schemeClr val="dk1"/>
                </a:solidFill>
                <a:latin typeface="Times New Roman"/>
                <a:ea typeface="Times New Roman"/>
                <a:cs typeface="Times New Roman"/>
                <a:sym typeface="Times New Roman"/>
              </a:rPr>
              <a:t>Ctr. of Data Sci., New York Univ., New York City, NY; </a:t>
            </a:r>
            <a:r>
              <a:rPr baseline="30000" lang="en" sz="7200">
                <a:solidFill>
                  <a:schemeClr val="dk1"/>
                </a:solidFill>
                <a:latin typeface="Times New Roman"/>
                <a:ea typeface="Times New Roman"/>
                <a:cs typeface="Times New Roman"/>
                <a:sym typeface="Times New Roman"/>
              </a:rPr>
              <a:t>2</a:t>
            </a:r>
            <a:r>
              <a:rPr lang="en" sz="7200">
                <a:solidFill>
                  <a:schemeClr val="dk1"/>
                </a:solidFill>
                <a:latin typeface="Times New Roman"/>
                <a:ea typeface="Times New Roman"/>
                <a:cs typeface="Times New Roman"/>
                <a:sym typeface="Times New Roman"/>
              </a:rPr>
              <a:t>Dept. of Psychiatry, New York Univ. Grossman Sch. of Medicine, New York, NY, USA, New York, NY; </a:t>
            </a:r>
            <a:r>
              <a:rPr baseline="30000" lang="en" sz="7200">
                <a:solidFill>
                  <a:schemeClr val="dk1"/>
                </a:solidFill>
                <a:latin typeface="Times New Roman"/>
                <a:ea typeface="Times New Roman"/>
                <a:cs typeface="Times New Roman"/>
                <a:sym typeface="Times New Roman"/>
              </a:rPr>
              <a:t>3</a:t>
            </a:r>
            <a:r>
              <a:rPr lang="en" sz="7200">
                <a:solidFill>
                  <a:schemeClr val="dk1"/>
                </a:solidFill>
                <a:latin typeface="Times New Roman"/>
                <a:ea typeface="Times New Roman"/>
                <a:cs typeface="Times New Roman"/>
                <a:sym typeface="Times New Roman"/>
              </a:rPr>
              <a:t>New York Univ. Grossman Sch. of Med., New York, NY</a:t>
            </a:r>
            <a:endParaRPr sz="7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1811">
              <a:solidFill>
                <a:schemeClr val="dk2"/>
              </a:solidFill>
            </a:endParaRPr>
          </a:p>
        </p:txBody>
      </p:sp>
      <p:grpSp>
        <p:nvGrpSpPr>
          <p:cNvPr id="56" name="Google Shape;56;p13"/>
          <p:cNvGrpSpPr/>
          <p:nvPr/>
        </p:nvGrpSpPr>
        <p:grpSpPr>
          <a:xfrm>
            <a:off x="572150" y="7248545"/>
            <a:ext cx="20157909" cy="14183112"/>
            <a:chOff x="491925" y="7017965"/>
            <a:chExt cx="20446200" cy="10841700"/>
          </a:xfrm>
        </p:grpSpPr>
        <p:sp>
          <p:nvSpPr>
            <p:cNvPr id="57" name="Google Shape;57;p13"/>
            <p:cNvSpPr/>
            <p:nvPr/>
          </p:nvSpPr>
          <p:spPr>
            <a:xfrm>
              <a:off x="491925" y="7017965"/>
              <a:ext cx="20446200" cy="10841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6000">
                <a:latin typeface="Times New Roman"/>
                <a:ea typeface="Times New Roman"/>
                <a:cs typeface="Times New Roman"/>
                <a:sym typeface="Times New Roman"/>
              </a:endParaRPr>
            </a:p>
          </p:txBody>
        </p:sp>
        <p:sp>
          <p:nvSpPr>
            <p:cNvPr id="58" name="Google Shape;58;p13"/>
            <p:cNvSpPr txBox="1"/>
            <p:nvPr/>
          </p:nvSpPr>
          <p:spPr>
            <a:xfrm>
              <a:off x="1214025" y="7398669"/>
              <a:ext cx="19002000" cy="100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7200">
                  <a:solidFill>
                    <a:schemeClr val="dk1"/>
                  </a:solidFill>
                  <a:latin typeface="Times New Roman"/>
                  <a:ea typeface="Times New Roman"/>
                  <a:cs typeface="Times New Roman"/>
                  <a:sym typeface="Times New Roman"/>
                </a:rPr>
                <a:t>Abstract</a:t>
              </a:r>
              <a:endParaRPr sz="60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6000">
                  <a:solidFill>
                    <a:schemeClr val="dk1"/>
                  </a:solidFill>
                  <a:latin typeface="Times New Roman"/>
                  <a:ea typeface="Times New Roman"/>
                  <a:cs typeface="Times New Roman"/>
                  <a:sym typeface="Times New Roman"/>
                </a:rPr>
                <a:t>A growing body of evidence suggests that breathing and whisking rhythms play a significant role in brainwide activity, extending well beyond early sensory areas. While these rhythms have been proposed to contribute to cognitive processes such as timing task execution and decision-making, their underlying mechanisms remain poorly understood. In this study, we aim to address this gap by utilizing the open dataset from the International Brain Laboratory. Specifically, we investigate how the phase of these orofacial rhythms influences the performance of a controlled decision-making task in mice. Additionally, we analyze single-unit neuronal recordings to uncover the brain-wide neuronal patterns that support such coordination.</a:t>
              </a:r>
              <a:endParaRPr sz="6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4800">
                <a:solidFill>
                  <a:schemeClr val="dk2"/>
                </a:solidFill>
              </a:endParaRPr>
            </a:p>
          </p:txBody>
        </p:sp>
      </p:grpSp>
      <p:pic>
        <p:nvPicPr>
          <p:cNvPr id="59" name="Google Shape;59;p13" title="WhatsApp Image 2025-11-13 at 17.02.34.jpeg"/>
          <p:cNvPicPr preferRelativeResize="0"/>
          <p:nvPr/>
        </p:nvPicPr>
        <p:blipFill>
          <a:blip r:embed="rId3">
            <a:alphaModFix/>
          </a:blip>
          <a:stretch>
            <a:fillRect/>
          </a:stretch>
        </p:blipFill>
        <p:spPr>
          <a:xfrm>
            <a:off x="23034036" y="7123825"/>
            <a:ext cx="31054440" cy="14183100"/>
          </a:xfrm>
          <a:prstGeom prst="rect">
            <a:avLst/>
          </a:prstGeom>
          <a:noFill/>
          <a:ln>
            <a:noFill/>
          </a:ln>
        </p:spPr>
      </p:pic>
      <p:grpSp>
        <p:nvGrpSpPr>
          <p:cNvPr id="60" name="Google Shape;60;p13"/>
          <p:cNvGrpSpPr/>
          <p:nvPr/>
        </p:nvGrpSpPr>
        <p:grpSpPr>
          <a:xfrm>
            <a:off x="572150" y="22142839"/>
            <a:ext cx="20157909" cy="16740513"/>
            <a:chOff x="572175" y="21086530"/>
            <a:chExt cx="20446200" cy="10701600"/>
          </a:xfrm>
        </p:grpSpPr>
        <p:sp>
          <p:nvSpPr>
            <p:cNvPr id="61" name="Google Shape;61;p13"/>
            <p:cNvSpPr/>
            <p:nvPr/>
          </p:nvSpPr>
          <p:spPr>
            <a:xfrm>
              <a:off x="572175" y="21086530"/>
              <a:ext cx="20446200" cy="10701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6000">
                <a:latin typeface="Times New Roman"/>
                <a:ea typeface="Times New Roman"/>
                <a:cs typeface="Times New Roman"/>
                <a:sym typeface="Times New Roman"/>
              </a:endParaRPr>
            </a:p>
          </p:txBody>
        </p:sp>
        <p:sp>
          <p:nvSpPr>
            <p:cNvPr id="62" name="Google Shape;62;p13"/>
            <p:cNvSpPr txBox="1"/>
            <p:nvPr/>
          </p:nvSpPr>
          <p:spPr>
            <a:xfrm>
              <a:off x="882779" y="21225236"/>
              <a:ext cx="19665000" cy="100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6000">
                  <a:solidFill>
                    <a:schemeClr val="dk1"/>
                  </a:solidFill>
                  <a:latin typeface="Times New Roman"/>
                  <a:ea typeface="Times New Roman"/>
                  <a:cs typeface="Times New Roman"/>
                  <a:sym typeface="Times New Roman"/>
                </a:rPr>
                <a:t>Methods</a:t>
              </a:r>
              <a:endParaRPr sz="6000">
                <a:solidFill>
                  <a:schemeClr val="dk1"/>
                </a:solidFill>
                <a:latin typeface="Times New Roman"/>
                <a:ea typeface="Times New Roman"/>
                <a:cs typeface="Times New Roman"/>
                <a:sym typeface="Times New Roman"/>
              </a:endParaRPr>
            </a:p>
            <a:p>
              <a:pPr indent="-609600" lvl="0" marL="457200" rtl="0" algn="l">
                <a:spcBef>
                  <a:spcPts val="0"/>
                </a:spcBef>
                <a:spcAft>
                  <a:spcPts val="0"/>
                </a:spcAft>
                <a:buClr>
                  <a:schemeClr val="dk1"/>
                </a:buClr>
                <a:buSzPts val="6000"/>
                <a:buFont typeface="Times New Roman"/>
                <a:buChar char="●"/>
              </a:pPr>
              <a:r>
                <a:rPr lang="en" sz="6000">
                  <a:solidFill>
                    <a:schemeClr val="dk1"/>
                  </a:solidFill>
                  <a:latin typeface="Times New Roman"/>
                  <a:ea typeface="Times New Roman"/>
                  <a:cs typeface="Times New Roman"/>
                  <a:sym typeface="Times New Roman"/>
                </a:rPr>
                <a:t>Used 538 probe insertions from the IBL dataset with at least one region had ≥30 well-isolated units.</a:t>
              </a:r>
              <a:endParaRPr sz="6000">
                <a:solidFill>
                  <a:schemeClr val="dk1"/>
                </a:solidFill>
                <a:latin typeface="Times New Roman"/>
                <a:ea typeface="Times New Roman"/>
                <a:cs typeface="Times New Roman"/>
                <a:sym typeface="Times New Roman"/>
              </a:endParaRPr>
            </a:p>
            <a:p>
              <a:pPr indent="-609600" lvl="0" marL="457200" rtl="0" algn="l">
                <a:spcBef>
                  <a:spcPts val="0"/>
                </a:spcBef>
                <a:spcAft>
                  <a:spcPts val="0"/>
                </a:spcAft>
                <a:buClr>
                  <a:schemeClr val="dk1"/>
                </a:buClr>
                <a:buSzPts val="6000"/>
                <a:buFont typeface="Times New Roman"/>
                <a:buChar char="●"/>
              </a:pPr>
              <a:r>
                <a:rPr lang="en" sz="6000">
                  <a:solidFill>
                    <a:schemeClr val="dk1"/>
                  </a:solidFill>
                  <a:latin typeface="Times New Roman"/>
                  <a:ea typeface="Times New Roman"/>
                  <a:cs typeface="Times New Roman"/>
                  <a:sym typeface="Times New Roman"/>
                </a:rPr>
                <a:t>Cleaned whisker motion energy via percentile-clipping, log transform, z-scoring, and removal of extreme values.</a:t>
              </a:r>
              <a:endParaRPr sz="6000">
                <a:solidFill>
                  <a:schemeClr val="dk1"/>
                </a:solidFill>
                <a:latin typeface="Times New Roman"/>
                <a:ea typeface="Times New Roman"/>
                <a:cs typeface="Times New Roman"/>
                <a:sym typeface="Times New Roman"/>
              </a:endParaRPr>
            </a:p>
            <a:p>
              <a:pPr indent="-609600" lvl="0" marL="457200" rtl="0" algn="l">
                <a:spcBef>
                  <a:spcPts val="0"/>
                </a:spcBef>
                <a:spcAft>
                  <a:spcPts val="0"/>
                </a:spcAft>
                <a:buClr>
                  <a:schemeClr val="dk1"/>
                </a:buClr>
                <a:buSzPts val="6000"/>
                <a:buFont typeface="Times New Roman"/>
                <a:buChar char="●"/>
              </a:pPr>
              <a:r>
                <a:rPr lang="en" sz="6000">
                  <a:solidFill>
                    <a:schemeClr val="dk1"/>
                  </a:solidFill>
                  <a:latin typeface="Times New Roman"/>
                  <a:ea typeface="Times New Roman"/>
                  <a:cs typeface="Times New Roman"/>
                  <a:sym typeface="Times New Roman"/>
                </a:rPr>
                <a:t>Preprocessed spikes with square-root transform, Gaussian smoothing (σ=1), and binning at the median whisker-camera sampling interval; whisker energy was interpolated to these bins.</a:t>
              </a:r>
              <a:endParaRPr sz="6000">
                <a:solidFill>
                  <a:schemeClr val="dk1"/>
                </a:solidFill>
                <a:latin typeface="Times New Roman"/>
                <a:ea typeface="Times New Roman"/>
                <a:cs typeface="Times New Roman"/>
                <a:sym typeface="Times New Roman"/>
              </a:endParaRPr>
            </a:p>
            <a:p>
              <a:pPr indent="-609600" lvl="0" marL="457200" rtl="0" algn="l">
                <a:spcBef>
                  <a:spcPts val="0"/>
                </a:spcBef>
                <a:spcAft>
                  <a:spcPts val="0"/>
                </a:spcAft>
                <a:buClr>
                  <a:schemeClr val="dk1"/>
                </a:buClr>
                <a:buSzPts val="6000"/>
                <a:buFont typeface="Times New Roman"/>
                <a:buChar char="●"/>
              </a:pPr>
              <a:r>
                <a:rPr lang="en" sz="6000">
                  <a:solidFill>
                    <a:schemeClr val="dk1"/>
                  </a:solidFill>
                  <a:latin typeface="Times New Roman"/>
                  <a:ea typeface="Times New Roman"/>
                  <a:cs typeface="Times New Roman"/>
                  <a:sym typeface="Times New Roman"/>
                </a:rPr>
                <a:t>Split </a:t>
              </a:r>
              <a:r>
                <a:rPr lang="en" sz="6000">
                  <a:solidFill>
                    <a:schemeClr val="dk1"/>
                  </a:solidFill>
                  <a:latin typeface="Times New Roman"/>
                  <a:ea typeface="Times New Roman"/>
                  <a:cs typeface="Times New Roman"/>
                  <a:sym typeface="Times New Roman"/>
                </a:rPr>
                <a:t>design matrix with 30 neural lags </a:t>
              </a:r>
              <a:r>
                <a:rPr lang="en" sz="6000">
                  <a:solidFill>
                    <a:schemeClr val="dk1"/>
                  </a:solidFill>
                  <a:latin typeface="Times New Roman"/>
                  <a:ea typeface="Times New Roman"/>
                  <a:cs typeface="Times New Roman"/>
                  <a:sym typeface="Times New Roman"/>
                </a:rPr>
                <a:t>contiguously into 80/20 split and standardized features using training statistics.</a:t>
              </a:r>
              <a:endParaRPr sz="6000">
                <a:solidFill>
                  <a:schemeClr val="dk1"/>
                </a:solidFill>
                <a:latin typeface="Times New Roman"/>
                <a:ea typeface="Times New Roman"/>
                <a:cs typeface="Times New Roman"/>
                <a:sym typeface="Times New Roman"/>
              </a:endParaRPr>
            </a:p>
            <a:p>
              <a:pPr indent="-609600" lvl="0" marL="457200" rtl="0" algn="l">
                <a:spcBef>
                  <a:spcPts val="0"/>
                </a:spcBef>
                <a:spcAft>
                  <a:spcPts val="0"/>
                </a:spcAft>
                <a:buClr>
                  <a:schemeClr val="dk1"/>
                </a:buClr>
                <a:buSzPts val="6000"/>
                <a:buFont typeface="Times New Roman"/>
                <a:buChar char="●"/>
              </a:pPr>
              <a:r>
                <a:rPr lang="en" sz="6000">
                  <a:solidFill>
                    <a:schemeClr val="dk1"/>
                  </a:solidFill>
                  <a:latin typeface="Times New Roman"/>
                  <a:ea typeface="Times New Roman"/>
                  <a:cs typeface="Times New Roman"/>
                  <a:sym typeface="Times New Roman"/>
                </a:rPr>
                <a:t>Fit a ridge regression (α=5) with a chunked normal-equations solver for memory efficiency.</a:t>
              </a:r>
              <a:endParaRPr sz="6000">
                <a:solidFill>
                  <a:schemeClr val="dk1"/>
                </a:solidFill>
                <a:latin typeface="Times New Roman"/>
                <a:ea typeface="Times New Roman"/>
                <a:cs typeface="Times New Roman"/>
                <a:sym typeface="Times New Roman"/>
              </a:endParaRPr>
            </a:p>
            <a:p>
              <a:pPr indent="-609600" lvl="0" marL="457200" rtl="0" algn="l">
                <a:spcBef>
                  <a:spcPts val="0"/>
                </a:spcBef>
                <a:spcAft>
                  <a:spcPts val="0"/>
                </a:spcAft>
                <a:buClr>
                  <a:schemeClr val="dk1"/>
                </a:buClr>
                <a:buSzPts val="6000"/>
                <a:buFont typeface="Times New Roman"/>
                <a:buChar char="●"/>
              </a:pPr>
              <a:r>
                <a:rPr lang="en" sz="6000">
                  <a:solidFill>
                    <a:schemeClr val="dk1"/>
                  </a:solidFill>
                  <a:latin typeface="Times New Roman"/>
                  <a:ea typeface="Times New Roman"/>
                  <a:cs typeface="Times New Roman"/>
                  <a:sym typeface="Times New Roman"/>
                </a:rPr>
                <a:t>Inverse-transformed predictions back to the raw whisker-motion scale.</a:t>
              </a:r>
              <a:endParaRPr sz="6000">
                <a:solidFill>
                  <a:schemeClr val="dk1"/>
                </a:solidFill>
                <a:latin typeface="Times New Roman"/>
                <a:ea typeface="Times New Roman"/>
                <a:cs typeface="Times New Roman"/>
                <a:sym typeface="Times New Roman"/>
              </a:endParaRPr>
            </a:p>
            <a:p>
              <a:pPr indent="-609600" lvl="0" marL="457200" rtl="0" algn="l">
                <a:spcBef>
                  <a:spcPts val="0"/>
                </a:spcBef>
                <a:spcAft>
                  <a:spcPts val="0"/>
                </a:spcAft>
                <a:buClr>
                  <a:schemeClr val="dk1"/>
                </a:buClr>
                <a:buSzPts val="6000"/>
                <a:buFont typeface="Times New Roman"/>
                <a:buChar char="●"/>
              </a:pPr>
              <a:r>
                <a:rPr lang="en" sz="6000">
                  <a:solidFill>
                    <a:schemeClr val="dk1"/>
                  </a:solidFill>
                  <a:latin typeface="Times New Roman"/>
                  <a:ea typeface="Times New Roman"/>
                  <a:cs typeface="Times New Roman"/>
                  <a:sym typeface="Times New Roman"/>
                </a:rPr>
                <a:t>Evaluated performance using test-set R² and Pearson correlation.</a:t>
              </a:r>
              <a:endParaRPr sz="60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6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6000">
                <a:solidFill>
                  <a:schemeClr val="dk1"/>
                </a:solidFill>
                <a:latin typeface="Times New Roman"/>
                <a:ea typeface="Times New Roman"/>
                <a:cs typeface="Times New Roman"/>
                <a:sym typeface="Times New Roman"/>
              </a:endParaRPr>
            </a:p>
          </p:txBody>
        </p:sp>
      </p:grpSp>
      <p:grpSp>
        <p:nvGrpSpPr>
          <p:cNvPr id="63" name="Google Shape;63;p13"/>
          <p:cNvGrpSpPr/>
          <p:nvPr/>
        </p:nvGrpSpPr>
        <p:grpSpPr>
          <a:xfrm>
            <a:off x="42265875" y="28483199"/>
            <a:ext cx="20157909" cy="10758016"/>
            <a:chOff x="572175" y="20903665"/>
            <a:chExt cx="20446200" cy="10080600"/>
          </a:xfrm>
        </p:grpSpPr>
        <p:sp>
          <p:nvSpPr>
            <p:cNvPr id="64" name="Google Shape;64;p13"/>
            <p:cNvSpPr/>
            <p:nvPr/>
          </p:nvSpPr>
          <p:spPr>
            <a:xfrm>
              <a:off x="572175" y="20903665"/>
              <a:ext cx="20446200" cy="1008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6000">
                <a:latin typeface="Times New Roman"/>
                <a:ea typeface="Times New Roman"/>
                <a:cs typeface="Times New Roman"/>
                <a:sym typeface="Times New Roman"/>
              </a:endParaRPr>
            </a:p>
          </p:txBody>
        </p:sp>
        <p:sp>
          <p:nvSpPr>
            <p:cNvPr id="65" name="Google Shape;65;p13"/>
            <p:cNvSpPr txBox="1"/>
            <p:nvPr/>
          </p:nvSpPr>
          <p:spPr>
            <a:xfrm>
              <a:off x="1347000" y="22085313"/>
              <a:ext cx="19002000" cy="76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7200">
                  <a:solidFill>
                    <a:schemeClr val="dk1"/>
                  </a:solidFill>
                  <a:latin typeface="Times New Roman"/>
                  <a:ea typeface="Times New Roman"/>
                  <a:cs typeface="Times New Roman"/>
                  <a:sym typeface="Times New Roman"/>
                </a:rPr>
                <a:t>Conclusion</a:t>
              </a:r>
              <a:endParaRPr sz="4800">
                <a:solidFill>
                  <a:schemeClr val="dk1"/>
                </a:solidFill>
                <a:latin typeface="Times New Roman"/>
                <a:ea typeface="Times New Roman"/>
                <a:cs typeface="Times New Roman"/>
                <a:sym typeface="Times New Roman"/>
              </a:endParaRPr>
            </a:p>
            <a:p>
              <a:pPr indent="-609600" lvl="0" marL="457200" rtl="0" algn="l">
                <a:spcBef>
                  <a:spcPts val="0"/>
                </a:spcBef>
                <a:spcAft>
                  <a:spcPts val="0"/>
                </a:spcAft>
                <a:buClr>
                  <a:schemeClr val="dk1"/>
                </a:buClr>
                <a:buSzPts val="6000"/>
                <a:buFont typeface="Times New Roman"/>
                <a:buChar char="●"/>
              </a:pPr>
              <a:r>
                <a:rPr lang="en" sz="6000">
                  <a:solidFill>
                    <a:schemeClr val="dk1"/>
                  </a:solidFill>
                  <a:latin typeface="Times New Roman"/>
                  <a:ea typeface="Times New Roman"/>
                  <a:cs typeface="Times New Roman"/>
                  <a:sym typeface="Times New Roman"/>
                </a:rPr>
                <a:t>Top predictor is sensory root of trigeminal nerve (sV, R² = 0.49)</a:t>
              </a:r>
              <a:endParaRPr sz="6000">
                <a:solidFill>
                  <a:schemeClr val="dk1"/>
                </a:solidFill>
                <a:latin typeface="Times New Roman"/>
                <a:ea typeface="Times New Roman"/>
                <a:cs typeface="Times New Roman"/>
                <a:sym typeface="Times New Roman"/>
              </a:endParaRPr>
            </a:p>
            <a:p>
              <a:pPr indent="-609600" lvl="0" marL="457200" rtl="0" algn="l">
                <a:spcBef>
                  <a:spcPts val="0"/>
                </a:spcBef>
                <a:spcAft>
                  <a:spcPts val="0"/>
                </a:spcAft>
                <a:buClr>
                  <a:schemeClr val="dk1"/>
                </a:buClr>
                <a:buSzPts val="6000"/>
                <a:buFont typeface="Times New Roman"/>
                <a:buChar char="●"/>
              </a:pPr>
              <a:r>
                <a:rPr lang="en" sz="6000">
                  <a:solidFill>
                    <a:schemeClr val="dk1"/>
                  </a:solidFill>
                  <a:latin typeface="Times New Roman"/>
                  <a:ea typeface="Times New Roman"/>
                  <a:cs typeface="Times New Roman"/>
                  <a:sym typeface="Times New Roman"/>
                </a:rPr>
                <a:t>Olfactory (MOB, AON), visual (V, LM), and visceral (VISC6a) regions show R² = 0.27-0.49</a:t>
              </a:r>
              <a:endParaRPr sz="6000">
                <a:solidFill>
                  <a:schemeClr val="dk1"/>
                </a:solidFill>
                <a:latin typeface="Times New Roman"/>
                <a:ea typeface="Times New Roman"/>
                <a:cs typeface="Times New Roman"/>
                <a:sym typeface="Times New Roman"/>
              </a:endParaRPr>
            </a:p>
            <a:p>
              <a:pPr indent="-609600" lvl="0" marL="457200" rtl="0" algn="l">
                <a:spcBef>
                  <a:spcPts val="0"/>
                </a:spcBef>
                <a:spcAft>
                  <a:spcPts val="0"/>
                </a:spcAft>
                <a:buClr>
                  <a:schemeClr val="dk1"/>
                </a:buClr>
                <a:buSzPts val="6000"/>
                <a:buFont typeface="Times New Roman"/>
                <a:buChar char="●"/>
              </a:pPr>
              <a:r>
                <a:rPr lang="en" sz="6000">
                  <a:solidFill>
                    <a:schemeClr val="dk1"/>
                  </a:solidFill>
                  <a:latin typeface="Times New Roman"/>
                  <a:ea typeface="Times New Roman"/>
                  <a:cs typeface="Times New Roman"/>
                  <a:sym typeface="Times New Roman"/>
                </a:rPr>
                <a:t>Limbic regions (MEA, CEA) encode whisking (R² ≈ 0.22-0.25)</a:t>
              </a:r>
              <a:endParaRPr sz="6000">
                <a:solidFill>
                  <a:schemeClr val="dk1"/>
                </a:solidFill>
                <a:latin typeface="Times New Roman"/>
                <a:ea typeface="Times New Roman"/>
                <a:cs typeface="Times New Roman"/>
                <a:sym typeface="Times New Roman"/>
              </a:endParaRPr>
            </a:p>
            <a:p>
              <a:pPr indent="-609600" lvl="0" marL="457200" rtl="0" algn="l">
                <a:spcBef>
                  <a:spcPts val="0"/>
                </a:spcBef>
                <a:spcAft>
                  <a:spcPts val="0"/>
                </a:spcAft>
                <a:buClr>
                  <a:schemeClr val="dk1"/>
                </a:buClr>
                <a:buSzPts val="6000"/>
                <a:buFont typeface="Times New Roman"/>
                <a:buChar char="●"/>
              </a:pPr>
              <a:r>
                <a:rPr lang="en" sz="6000">
                  <a:solidFill>
                    <a:schemeClr val="dk1"/>
                  </a:solidFill>
                  <a:latin typeface="Times New Roman"/>
                  <a:ea typeface="Times New Roman"/>
                  <a:cs typeface="Times New Roman"/>
                  <a:sym typeface="Times New Roman"/>
                </a:rPr>
                <a:t>Hypothalamic nuclei (DMH, SUM, AHN) achieve R² &gt; 0.25, indicating whisking encoding.</a:t>
              </a:r>
              <a:endParaRPr sz="6000">
                <a:solidFill>
                  <a:schemeClr val="dk1"/>
                </a:solidFill>
                <a:latin typeface="Times New Roman"/>
                <a:ea typeface="Times New Roman"/>
                <a:cs typeface="Times New Roman"/>
                <a:sym typeface="Times New Roman"/>
              </a:endParaRPr>
            </a:p>
          </p:txBody>
        </p:sp>
      </p:grpSp>
      <p:cxnSp>
        <p:nvCxnSpPr>
          <p:cNvPr id="66" name="Google Shape;66;p13"/>
          <p:cNvCxnSpPr/>
          <p:nvPr/>
        </p:nvCxnSpPr>
        <p:spPr>
          <a:xfrm flipH="1">
            <a:off x="20702800" y="6639475"/>
            <a:ext cx="56100" cy="33057300"/>
          </a:xfrm>
          <a:prstGeom prst="straightConnector1">
            <a:avLst/>
          </a:prstGeom>
          <a:noFill/>
          <a:ln cap="flat" cmpd="sng" w="9525">
            <a:solidFill>
              <a:schemeClr val="dk2"/>
            </a:solidFill>
            <a:prstDash val="solid"/>
            <a:round/>
            <a:headEnd len="med" w="med" type="none"/>
            <a:tailEnd len="med" w="med" type="none"/>
          </a:ln>
        </p:spPr>
      </p:cxnSp>
      <p:pic>
        <p:nvPicPr>
          <p:cNvPr id="67" name="Google Shape;67;p13" title="Captura de pantalla 2025-11-15 a la(s) 09.50.08.png"/>
          <p:cNvPicPr preferRelativeResize="0"/>
          <p:nvPr/>
        </p:nvPicPr>
        <p:blipFill>
          <a:blip r:embed="rId4">
            <a:alphaModFix/>
          </a:blip>
          <a:stretch>
            <a:fillRect/>
          </a:stretch>
        </p:blipFill>
        <p:spPr>
          <a:xfrm>
            <a:off x="55487297" y="7123825"/>
            <a:ext cx="3423502" cy="14183098"/>
          </a:xfrm>
          <a:prstGeom prst="rect">
            <a:avLst/>
          </a:prstGeom>
          <a:noFill/>
          <a:ln>
            <a:noFill/>
          </a:ln>
        </p:spPr>
      </p:pic>
      <p:pic>
        <p:nvPicPr>
          <p:cNvPr id="68" name="Google Shape;68;p13" title="Unknown-11.png"/>
          <p:cNvPicPr preferRelativeResize="0"/>
          <p:nvPr/>
        </p:nvPicPr>
        <p:blipFill>
          <a:blip r:embed="rId5">
            <a:alphaModFix/>
          </a:blip>
          <a:stretch>
            <a:fillRect/>
          </a:stretch>
        </p:blipFill>
        <p:spPr>
          <a:xfrm>
            <a:off x="23034037" y="28484149"/>
            <a:ext cx="17720600" cy="10500000"/>
          </a:xfrm>
          <a:prstGeom prst="rect">
            <a:avLst/>
          </a:prstGeom>
          <a:noFill/>
          <a:ln>
            <a:noFill/>
          </a:ln>
        </p:spPr>
      </p:pic>
      <p:pic>
        <p:nvPicPr>
          <p:cNvPr id="69" name="Google Shape;69;p13" title="Unknown-13.png"/>
          <p:cNvPicPr preferRelativeResize="0"/>
          <p:nvPr/>
        </p:nvPicPr>
        <p:blipFill>
          <a:blip r:embed="rId6">
            <a:alphaModFix/>
          </a:blip>
          <a:stretch>
            <a:fillRect/>
          </a:stretch>
        </p:blipFill>
        <p:spPr>
          <a:xfrm>
            <a:off x="23034025" y="21791153"/>
            <a:ext cx="39389752" cy="5846922"/>
          </a:xfrm>
          <a:prstGeom prst="rect">
            <a:avLst/>
          </a:prstGeom>
          <a:noFill/>
          <a:ln>
            <a:noFill/>
          </a:ln>
        </p:spPr>
      </p:pic>
      <p:sp>
        <p:nvSpPr>
          <p:cNvPr id="70" name="Google Shape;70;p13"/>
          <p:cNvSpPr txBox="1"/>
          <p:nvPr/>
        </p:nvSpPr>
        <p:spPr>
          <a:xfrm>
            <a:off x="59778900" y="7248550"/>
            <a:ext cx="2187600" cy="22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811">
                <a:solidFill>
                  <a:schemeClr val="dk1"/>
                </a:solidFill>
              </a:rPr>
              <a:t>R</a:t>
            </a:r>
            <a:r>
              <a:rPr baseline="30000" lang="en" sz="11811">
                <a:solidFill>
                  <a:schemeClr val="dk1"/>
                </a:solidFill>
              </a:rPr>
              <a:t>2</a:t>
            </a:r>
            <a:endParaRPr baseline="30000" sz="11811">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